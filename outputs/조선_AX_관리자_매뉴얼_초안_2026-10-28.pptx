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1617ed660824dbb" /><Relationship Type="http://schemas.openxmlformats.org/officeDocument/2006/relationships/extended-properties" Target="/docProps/app.xml" Id="R3f801cd72aa7435d" /><Relationship Type="http://schemas.openxmlformats.org/officeDocument/2006/relationships/officeDocument" Target="/ppt/presentation.xml" Id="Rb9a453fa02f34d5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bced5e7f65c417a"/>
  </p:sldMasterIdLst>
  <p:notesMasterIdLst>
    <p:notesMasterId xmlns:r="http://schemas.openxmlformats.org/officeDocument/2006/relationships" r:id="R2d3e8443a335425a"/>
  </p:notesMasterIdLst>
  <p:sldIdLst>
    <p:sldId xmlns:r="http://schemas.openxmlformats.org/officeDocument/2006/relationships" id="256" r:id="Ra438a77d76b94d78"/>
    <p:sldId xmlns:r="http://schemas.openxmlformats.org/officeDocument/2006/relationships" id="257" r:id="Ra16f738323644126"/>
    <p:sldId xmlns:r="http://schemas.openxmlformats.org/officeDocument/2006/relationships" id="258" r:id="R07d66010cc594814"/>
    <p:sldId xmlns:r="http://schemas.openxmlformats.org/officeDocument/2006/relationships" id="259" r:id="R7808e4003cac43e7"/>
    <p:sldId xmlns:r="http://schemas.openxmlformats.org/officeDocument/2006/relationships" id="260" r:id="R2942aee44b494457"/>
    <p:sldId xmlns:r="http://schemas.openxmlformats.org/officeDocument/2006/relationships" id="261" r:id="Re11f1c3af6334497"/>
    <p:sldId xmlns:r="http://schemas.openxmlformats.org/officeDocument/2006/relationships" id="262" r:id="Re78d1e42229c4f64"/>
    <p:sldId xmlns:r="http://schemas.openxmlformats.org/officeDocument/2006/relationships" id="263" r:id="R6c384ea815d148b6"/>
    <p:sldId xmlns:r="http://schemas.openxmlformats.org/officeDocument/2006/relationships" id="264" r:id="R04affed6ee3e4c3a"/>
    <p:sldId xmlns:r="http://schemas.openxmlformats.org/officeDocument/2006/relationships" id="265" r:id="R6c1d664bb96b48a7"/>
    <p:sldId xmlns:r="http://schemas.openxmlformats.org/officeDocument/2006/relationships" id="266" r:id="R52cef165029f4d0f"/>
    <p:sldId xmlns:r="http://schemas.openxmlformats.org/officeDocument/2006/relationships" id="267" r:id="R713c36edde324c8b"/>
    <p:sldId xmlns:r="http://schemas.openxmlformats.org/officeDocument/2006/relationships" id="268" r:id="R010523d68d7f4df7"/>
    <p:sldId xmlns:r="http://schemas.openxmlformats.org/officeDocument/2006/relationships" id="269" r:id="R28dd05e7d1ca453e"/>
    <p:sldId xmlns:r="http://schemas.openxmlformats.org/officeDocument/2006/relationships" id="270" r:id="Raf0e7e74a378421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edc2481b4e540d0" /><Relationship Type="http://schemas.openxmlformats.org/officeDocument/2006/relationships/slideMaster" Target="/ppt/slideMasters/slideMaster1.xml" Id="Rfbced5e7f65c417a" /><Relationship Type="http://schemas.openxmlformats.org/officeDocument/2006/relationships/notesMaster" Target="/ppt/notesMasters/notesMaster1.xml" Id="R2d3e8443a335425a" /><Relationship Type="http://schemas.openxmlformats.org/officeDocument/2006/relationships/presProps" Target="/ppt/presProps.xml" Id="R9349cd48ae574ac6" /><Relationship Type="http://schemas.openxmlformats.org/officeDocument/2006/relationships/tableStyles" Target="/ppt/tableStyles.xml" Id="R46b8461e976e4ee0" /><Relationship Type="http://schemas.openxmlformats.org/officeDocument/2006/relationships/slide" Target="/ppt/slides/slide1.xml" Id="Ra438a77d76b94d78" /><Relationship Type="http://schemas.openxmlformats.org/officeDocument/2006/relationships/slide" Target="/ppt/slides/slide2.xml" Id="Ra16f738323644126" /><Relationship Type="http://schemas.openxmlformats.org/officeDocument/2006/relationships/slide" Target="/ppt/slides/slide3.xml" Id="R07d66010cc594814" /><Relationship Type="http://schemas.openxmlformats.org/officeDocument/2006/relationships/slide" Target="/ppt/slides/slide4.xml" Id="R7808e4003cac43e7" /><Relationship Type="http://schemas.openxmlformats.org/officeDocument/2006/relationships/slide" Target="/ppt/slides/slide5.xml" Id="R2942aee44b494457" /><Relationship Type="http://schemas.openxmlformats.org/officeDocument/2006/relationships/slide" Target="/ppt/slides/slide6.xml" Id="Re11f1c3af6334497" /><Relationship Type="http://schemas.openxmlformats.org/officeDocument/2006/relationships/slide" Target="/ppt/slides/slide7.xml" Id="Re78d1e42229c4f64" /><Relationship Type="http://schemas.openxmlformats.org/officeDocument/2006/relationships/slide" Target="/ppt/slides/slide8.xml" Id="R6c384ea815d148b6" /><Relationship Type="http://schemas.openxmlformats.org/officeDocument/2006/relationships/slide" Target="/ppt/slides/slide9.xml" Id="R04affed6ee3e4c3a" /><Relationship Type="http://schemas.openxmlformats.org/officeDocument/2006/relationships/slide" Target="/ppt/slides/slide10.xml" Id="R6c1d664bb96b48a7" /><Relationship Type="http://schemas.openxmlformats.org/officeDocument/2006/relationships/slide" Target="/ppt/slides/slide11.xml" Id="R52cef165029f4d0f" /><Relationship Type="http://schemas.openxmlformats.org/officeDocument/2006/relationships/slide" Target="/ppt/slides/slide12.xml" Id="R713c36edde324c8b" /><Relationship Type="http://schemas.openxmlformats.org/officeDocument/2006/relationships/slide" Target="/ppt/slides/slide13.xml" Id="R010523d68d7f4df7" /><Relationship Type="http://schemas.openxmlformats.org/officeDocument/2006/relationships/slide" Target="/ppt/slides/slide14.xml" Id="R28dd05e7d1ca453e" /><Relationship Type="http://schemas.openxmlformats.org/officeDocument/2006/relationships/slide" Target="/ppt/slides/slide15.xml" Id="Raf0e7e74a378421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93659a967ec464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bc79af6cdf8438e" /><Relationship Type="http://schemas.openxmlformats.org/officeDocument/2006/relationships/notesMaster" Target="/ppt/notesMasters/notesMaster1.xml" Id="Rd973ce10755f477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a661ef54e29430b" /><Relationship Type="http://schemas.openxmlformats.org/officeDocument/2006/relationships/notesMaster" Target="/ppt/notesMasters/notesMaster1.xml" Id="Reafcba7a96c1408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861517b7d1d4396" /><Relationship Type="http://schemas.openxmlformats.org/officeDocument/2006/relationships/notesMaster" Target="/ppt/notesMasters/notesMaster1.xml" Id="R4daac9136c11499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f43a2f209724de5" /><Relationship Type="http://schemas.openxmlformats.org/officeDocument/2006/relationships/notesMaster" Target="/ppt/notesMasters/notesMaster1.xml" Id="R8ae605425b764b4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2ff701af8b14619" /><Relationship Type="http://schemas.openxmlformats.org/officeDocument/2006/relationships/notesMaster" Target="/ppt/notesMasters/notesMaster1.xml" Id="Rbb6e583974c142e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a75d6a0bf6f41ca" /><Relationship Type="http://schemas.openxmlformats.org/officeDocument/2006/relationships/notesMaster" Target="/ppt/notesMasters/notesMaster1.xml" Id="R81a201d0813e480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1bec1850a3d4210" /><Relationship Type="http://schemas.openxmlformats.org/officeDocument/2006/relationships/notesMaster" Target="/ppt/notesMasters/notesMaster1.xml" Id="R23faded2e7d2442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f4754649b53404c" /><Relationship Type="http://schemas.openxmlformats.org/officeDocument/2006/relationships/notesMaster" Target="/ppt/notesMasters/notesMaster1.xml" Id="Rb96b2b53b442440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c5a0bf4025d40b8" /><Relationship Type="http://schemas.openxmlformats.org/officeDocument/2006/relationships/notesMaster" Target="/ppt/notesMasters/notesMaster1.xml" Id="R644ebeb4bf0b405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0c9cae476504efe" /><Relationship Type="http://schemas.openxmlformats.org/officeDocument/2006/relationships/notesMaster" Target="/ppt/notesMasters/notesMaster1.xml" Id="Rbbcbc6a571ea4fd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576adbc32ef476c" /><Relationship Type="http://schemas.openxmlformats.org/officeDocument/2006/relationships/notesMaster" Target="/ppt/notesMasters/notesMaster1.xml" Id="Ra4a8441d81d9419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a99e794a34640d7" /><Relationship Type="http://schemas.openxmlformats.org/officeDocument/2006/relationships/notesMaster" Target="/ppt/notesMasters/notesMaster1.xml" Id="R3f96ae827f5b485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6d8d98d3c7546db" /><Relationship Type="http://schemas.openxmlformats.org/officeDocument/2006/relationships/notesMaster" Target="/ppt/notesMasters/notesMaster1.xml" Id="R5317b5f1e740426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4c79a132fa248a8" /><Relationship Type="http://schemas.openxmlformats.org/officeDocument/2006/relationships/notesMaster" Target="/ppt/notesMasters/notesMaster1.xml" Id="R52568c30a80e49a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f77725e55094463" /><Relationship Type="http://schemas.openxmlformats.org/officeDocument/2006/relationships/notesMaster" Target="/ppt/notesMasters/notesMaster1.xml" Id="Rcc74d52d1823403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app/frontend/index.html, app/backend/Program.cs, docs/로그인_권한_감사.md. 2026-10-28 구현 기준.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docs/로그인_권한_감사.md, app/frontend/index.html 1465–1483행.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docs/로그인_권한_감사.md, app/backend/Program.cs. 최초 계정이 없을 때만 환경변수로 생성한다.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app/frontend/index.html 1465–1477행. 계정·감사 화면의 저장된 제품 캡처는 없다.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app/frontend/index.html 1475,1479행, app/backend/Program.cs 188–193행.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app/frontend/index.html 1476,1482행, app/backend/Program.cs 194–203행.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app/frontend/index.html 1476,1480–1482행, app/backend/Program.cs 204–212행.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app/frontend/index.html 1477–1478행, app/backend/Program.cs 187행, docs/로그인_권한_감사.md.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app/frontend/index.html 1380–1386행, docs/CSV_폴더업로드_및_중복검증.md.</a:t>
            </a:r>
          </a:p>
          <a:p xmlns:a="http://schemas.openxmlformats.org/drawingml/2006/main">
            <a:r>
              <a:t>제품 화면: outputs/CSV_파일폴더_업로드.png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app/frontend/index.html 1316–1325, 1376행, docs/CSV_폴더업로드_및_중복검증.md.</a:t>
            </a:r>
          </a:p>
          <a:p xmlns:a="http://schemas.openxmlformats.org/drawingml/2006/main">
            <a:r>
              <a:t>제품 화면: outputs/CSV_폴더업로드_검증.png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app/frontend/index.html 1327–1355, 1370–1376행, docs/CSV_폴더업로드_및_중복검증.md.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app/frontend/index.html 1396,1418–1419행, app/backend/Program.cs 229–249행.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docs/2D배치_좌표편집_과거재생_구현.md, app/backend/Program.cs 161–184행.</a:t>
            </a:r>
          </a:p>
          <a:p xmlns:a="http://schemas.openxmlformats.org/drawingml/2006/main">
            <a:r>
              <a:t>제품 화면: outputs/좌표편집_제품구현.png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docs/2D배치_좌표편집_과거재생_구현.md.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docs/로그인_권한_감사.md, docs/CSV_폴더업로드_및_중복검증.md, docs/2D배치_좌표편집_과거재생_구현.md.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6f6a84d19a4cf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bf6390ccca4c4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5c4b0812014a5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3200d5280d421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41c025324b408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22e1f1166d430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BB92A9B-84D3-4A44-B045-42682C173CD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971DAC0-0425-480A-A300-C9C4D851304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8FFE452-667D-4B8B-AA49-37E7540E3E2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893362B-B503-4366-9470-EF108D2B55C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8E41A8E-7F26-4C17-ADB9-AFC3E6040A1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246F05E-359A-4E76-88D2-18953895B85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24938AE-AADE-4D29-AD5D-8FC4D54156E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4A5429A-C1C2-4DFF-B96B-B8038C78F9A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F5AF027-8D75-4DEF-BD71-557BBAB54E4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C05F8A7-B667-4B7C-94B7-52F7216983D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58d53980b944f1f" /><Relationship Type="http://schemas.openxmlformats.org/officeDocument/2006/relationships/slideLayout" Target="/ppt/slideLayouts/slideLayout1.xml" Id="R4c5920047fc248e6" /><Relationship Type="http://schemas.openxmlformats.org/officeDocument/2006/relationships/slideLayout" Target="/ppt/slideLayouts/slideLayout2.xml" Id="R5cc16405535a41ed" /><Relationship Type="http://schemas.openxmlformats.org/officeDocument/2006/relationships/slideLayout" Target="/ppt/slideLayouts/slideLayout3.xml" Id="Rc50f202581c5493b" /><Relationship Type="http://schemas.openxmlformats.org/officeDocument/2006/relationships/slideLayout" Target="/ppt/slideLayouts/slideLayout4.xml" Id="Rea09ba26901e40b9" /><Relationship Type="http://schemas.openxmlformats.org/officeDocument/2006/relationships/slideLayout" Target="/ppt/slideLayouts/slideLayout5.xml" Id="R83475773f66d4895" /><Relationship Type="http://schemas.openxmlformats.org/officeDocument/2006/relationships/slideLayout" Target="/ppt/slideLayouts/slideLayout6.xml" Id="R24dc50fe7cd44c0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c5920047fc248e6"/>
    <p:sldLayoutId xmlns:r="http://schemas.openxmlformats.org/officeDocument/2006/relationships" id="2147483650" r:id="R5cc16405535a41ed"/>
    <p:sldLayoutId xmlns:r="http://schemas.openxmlformats.org/officeDocument/2006/relationships" id="2147483651" r:id="Rc50f202581c5493b"/>
    <p:sldLayoutId xmlns:r="http://schemas.openxmlformats.org/officeDocument/2006/relationships" id="2147483652" r:id="Rea09ba26901e40b9"/>
    <p:sldLayoutId xmlns:r="http://schemas.openxmlformats.org/officeDocument/2006/relationships" id="2147483653" r:id="R83475773f66d4895"/>
    <p:sldLayoutId xmlns:r="http://schemas.openxmlformats.org/officeDocument/2006/relationships" id="2147483654" r:id="R24dc50fe7cd44c0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bcf134ef7ea4e18" /><Relationship Type="http://schemas.openxmlformats.org/officeDocument/2006/relationships/notesSlide" Target="/ppt/notesSlides/notesSlide1.xml" Id="R1616c8efc48e441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06f915637134cc0" /><Relationship Type="http://schemas.openxmlformats.org/officeDocument/2006/relationships/notesSlide" Target="/ppt/notesSlides/notesSlide2.xml" Id="R751642b538aa41a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bfff93801f14b79" /><Relationship Type="http://schemas.openxmlformats.org/officeDocument/2006/relationships/notesSlide" Target="/ppt/notesSlides/notesSlide3.xml" Id="Rd36f4c27150140c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582f28d9dc74bba" /><Relationship Type="http://schemas.openxmlformats.org/officeDocument/2006/relationships/notesSlide" Target="/ppt/notesSlides/notesSlide4.xml" Id="R9647c62a1d8d49a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fb28bf15a45456e" /><Relationship Type="http://schemas.openxmlformats.org/officeDocument/2006/relationships/notesSlide" Target="/ppt/notesSlides/notesSlide5.xml" Id="Re12ca6a01e6e4b8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318f900c45e4fe9" /><Relationship Type="http://schemas.openxmlformats.org/officeDocument/2006/relationships/notesSlide" Target="/ppt/notesSlides/notesSlide6.xml" Id="R17fdef0b842a41a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b13dc705cc3497f" /><Relationship Type="http://schemas.openxmlformats.org/officeDocument/2006/relationships/notesSlide" Target="/ppt/notesSlides/notesSlide7.xml" Id="R95f86ab7e9284c0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5b77ec052bd4788" /><Relationship Type="http://schemas.openxmlformats.org/officeDocument/2006/relationships/notesSlide" Target="/ppt/notesSlides/notesSlide8.xml" Id="R8f4bd029641d4fe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5e33a5e8d404b62" /><Relationship Type="http://schemas.openxmlformats.org/officeDocument/2006/relationships/image" Target="/ppt/media/image.jpeg" Id="R5852916379b64e95" /><Relationship Type="http://schemas.openxmlformats.org/officeDocument/2006/relationships/notesSlide" Target="/ppt/notesSlides/notesSlide9.xml" Id="R2e41fb57b66e45c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6e46b6221284dd7" /><Relationship Type="http://schemas.openxmlformats.org/officeDocument/2006/relationships/image" Target="/ppt/media/image2.jpeg" Id="Ra34d531d4bc948c7" /><Relationship Type="http://schemas.openxmlformats.org/officeDocument/2006/relationships/notesSlide" Target="/ppt/notesSlides/notesSlide10.xml" Id="R3a09c80971dc4d0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3e32e5775654c36" /><Relationship Type="http://schemas.openxmlformats.org/officeDocument/2006/relationships/notesSlide" Target="/ppt/notesSlides/notesSlide11.xml" Id="Recb4fd58449c4fa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833c041593e425b" /><Relationship Type="http://schemas.openxmlformats.org/officeDocument/2006/relationships/notesSlide" Target="/ppt/notesSlides/notesSlide12.xml" Id="R5b6c0965d85e436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ab4343164a8497a" /><Relationship Type="http://schemas.openxmlformats.org/officeDocument/2006/relationships/image" Target="/ppt/media/image3.jpeg" Id="R467486d533ff4e5a" /><Relationship Type="http://schemas.openxmlformats.org/officeDocument/2006/relationships/notesSlide" Target="/ppt/notesSlides/notesSlide13.xml" Id="R7dd3e6cfddec4d8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fc868857e3a44f0" /><Relationship Type="http://schemas.openxmlformats.org/officeDocument/2006/relationships/notesSlide" Target="/ppt/notesSlides/notesSlide14.xml" Id="R60d68a9261c64d3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d73526993854a3f" /><Relationship Type="http://schemas.openxmlformats.org/officeDocument/2006/relationships/notesSlide" Target="/ppt/notesSlides/notesSlide15.xml" Id="R6701de6a6c0e414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5BE40B-9E26-4741-A65B-CA5B3C200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625" b="1">
                <a:solidFill>
                  <a:srgbClr val="162840"/>
                </a:solidFill>
              </a:defRPr>
            </a:defPPr>
            <a:lvl1pPr>
              <a:defRPr sz="2625" b="1">
                <a:solidFill>
                  <a:srgbClr val="162840"/>
                </a:solidFill>
              </a:defRPr>
            </a:lvl1pPr>
            <a:lvl2pPr>
              <a:defRPr sz="2625" b="1">
                <a:solidFill>
                  <a:srgbClr val="162840"/>
                </a:solidFill>
              </a:defRPr>
            </a:lvl2pPr>
            <a:lvl3pPr>
              <a:defRPr sz="2625" b="1">
                <a:solidFill>
                  <a:srgbClr val="162840"/>
                </a:solidFill>
              </a:defRPr>
            </a:lvl3pPr>
            <a:lvl4pPr>
              <a:defRPr sz="2625" b="1">
                <a:solidFill>
                  <a:srgbClr val="162840"/>
                </a:solidFill>
              </a:defRPr>
            </a:lvl4pPr>
            <a:lvl5pPr>
              <a:defRPr sz="2625" b="1">
                <a:solidFill>
                  <a:srgbClr val="162840"/>
                </a:solidFill>
              </a:defRPr>
            </a:lvl5pPr>
            <a:lvl6pPr>
              <a:defRPr sz="2625" b="1">
                <a:solidFill>
                  <a:srgbClr val="162840"/>
                </a:solidFill>
              </a:defRPr>
            </a:lvl6pPr>
            <a:lvl7pPr>
              <a:defRPr sz="2625" b="1">
                <a:solidFill>
                  <a:srgbClr val="162840"/>
                </a:solidFill>
              </a:defRPr>
            </a:lvl7pPr>
            <a:lvl8pPr>
              <a:defRPr sz="2625" b="1">
                <a:solidFill>
                  <a:srgbClr val="162840"/>
                </a:solidFill>
              </a:defRPr>
            </a:lvl8pPr>
            <a:lvl9pPr>
              <a:defRPr sz="2625" b="1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62840"/>
                </a:solidFill>
              </a:defRPr>
            </a:pPr>
            <a:r>
              <a:rPr sz="2625" b="1">
                <a:solidFill>
                  <a:srgbClr val="162840"/>
                </a:solidFill>
              </a:rPr>
              <a:t>조선 AX 관리자 매뉴얼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6E39C6-14D2-4D89-B28D-0A25498F9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85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0">
                <a:solidFill>
                  <a:srgbClr val="52657A"/>
                </a:solidFill>
              </a:defRPr>
            </a:defPPr>
            <a:lvl1pPr>
              <a:defRPr sz="975" b="0">
                <a:solidFill>
                  <a:srgbClr val="52657A"/>
                </a:solidFill>
              </a:defRPr>
            </a:lvl1pPr>
            <a:lvl2pPr>
              <a:defRPr sz="975" b="0">
                <a:solidFill>
                  <a:srgbClr val="52657A"/>
                </a:solidFill>
              </a:defRPr>
            </a:lvl2pPr>
            <a:lvl3pPr>
              <a:defRPr sz="975" b="0">
                <a:solidFill>
                  <a:srgbClr val="52657A"/>
                </a:solidFill>
              </a:defRPr>
            </a:lvl3pPr>
            <a:lvl4pPr>
              <a:defRPr sz="975" b="0">
                <a:solidFill>
                  <a:srgbClr val="52657A"/>
                </a:solidFill>
              </a:defRPr>
            </a:lvl4pPr>
            <a:lvl5pPr>
              <a:defRPr sz="975" b="0">
                <a:solidFill>
                  <a:srgbClr val="52657A"/>
                </a:solidFill>
              </a:defRPr>
            </a:lvl5pPr>
            <a:lvl6pPr>
              <a:defRPr sz="975" b="0">
                <a:solidFill>
                  <a:srgbClr val="52657A"/>
                </a:solidFill>
              </a:defRPr>
            </a:lvl6pPr>
            <a:lvl7pPr>
              <a:defRPr sz="975" b="0">
                <a:solidFill>
                  <a:srgbClr val="52657A"/>
                </a:solidFill>
              </a:defRPr>
            </a:lvl7pPr>
            <a:lvl8pPr>
              <a:defRPr sz="975" b="0">
                <a:solidFill>
                  <a:srgbClr val="52657A"/>
                </a:solidFill>
              </a:defRPr>
            </a:lvl8pPr>
            <a:lvl9pPr>
              <a:defRPr sz="975" b="0">
                <a:solidFill>
                  <a:srgbClr val="52657A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2657A"/>
                </a:solidFill>
              </a:defRPr>
            </a:pPr>
            <a:r>
              <a:rPr sz="975" b="0">
                <a:solidFill>
                  <a:srgbClr val="52657A"/>
                </a:solidFill>
              </a:rPr>
              <a:t>조선 AX · 관리자 매뉴얼 · 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5F3F73-AB2B-47D1-8C51-03ED33788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475" b="1">
                <a:solidFill>
                  <a:srgbClr val="1C65AE"/>
                </a:solidFill>
              </a:defRPr>
            </a:defPPr>
            <a:lvl1pPr>
              <a:defRPr sz="2475" b="1">
                <a:solidFill>
                  <a:srgbClr val="1C65AE"/>
                </a:solidFill>
              </a:defRPr>
            </a:lvl1pPr>
            <a:lvl2pPr>
              <a:defRPr sz="2475" b="1">
                <a:solidFill>
                  <a:srgbClr val="1C65AE"/>
                </a:solidFill>
              </a:defRPr>
            </a:lvl2pPr>
            <a:lvl3pPr>
              <a:defRPr sz="2475" b="1">
                <a:solidFill>
                  <a:srgbClr val="1C65AE"/>
                </a:solidFill>
              </a:defRPr>
            </a:lvl3pPr>
            <a:lvl4pPr>
              <a:defRPr sz="2475" b="1">
                <a:solidFill>
                  <a:srgbClr val="1C65AE"/>
                </a:solidFill>
              </a:defRPr>
            </a:lvl4pPr>
            <a:lvl5pPr>
              <a:defRPr sz="2475" b="1">
                <a:solidFill>
                  <a:srgbClr val="1C65AE"/>
                </a:solidFill>
              </a:defRPr>
            </a:lvl5pPr>
            <a:lvl6pPr>
              <a:defRPr sz="2475" b="1">
                <a:solidFill>
                  <a:srgbClr val="1C65AE"/>
                </a:solidFill>
              </a:defRPr>
            </a:lvl6pPr>
            <a:lvl7pPr>
              <a:defRPr sz="2475" b="1">
                <a:solidFill>
                  <a:srgbClr val="1C65AE"/>
                </a:solidFill>
              </a:defRPr>
            </a:lvl7pPr>
            <a:lvl8pPr>
              <a:defRPr sz="2475" b="1">
                <a:solidFill>
                  <a:srgbClr val="1C65AE"/>
                </a:solidFill>
              </a:defRPr>
            </a:lvl8pPr>
            <a:lvl9pPr>
              <a:defRPr sz="2475" b="1">
                <a:solidFill>
                  <a:srgbClr val="1C65AE"/>
                </a:solidFill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1C65AE"/>
                </a:solidFill>
              </a:defRPr>
            </a:pPr>
            <a:r>
              <a:rPr sz="2475" b="1">
                <a:solidFill>
                  <a:srgbClr val="1C65AE"/>
                </a:solidFill>
              </a:rPr>
              <a:t>계정·권한 · 데이터 · 감사 · 공정 배치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EA6EF0-9439-4817-9D18-3F1698BC9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287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00" b="0">
                <a:solidFill>
                  <a:srgbClr val="162840"/>
                </a:solidFill>
              </a:defRPr>
            </a:defPPr>
            <a:lvl1pPr>
              <a:defRPr sz="2100" b="0">
                <a:solidFill>
                  <a:srgbClr val="162840"/>
                </a:solidFill>
              </a:defRPr>
            </a:lvl1pPr>
            <a:lvl2pPr>
              <a:defRPr sz="2100" b="0">
                <a:solidFill>
                  <a:srgbClr val="162840"/>
                </a:solidFill>
              </a:defRPr>
            </a:lvl2pPr>
            <a:lvl3pPr>
              <a:defRPr sz="2100" b="0">
                <a:solidFill>
                  <a:srgbClr val="162840"/>
                </a:solidFill>
              </a:defRPr>
            </a:lvl3pPr>
            <a:lvl4pPr>
              <a:defRPr sz="2100" b="0">
                <a:solidFill>
                  <a:srgbClr val="162840"/>
                </a:solidFill>
              </a:defRPr>
            </a:lvl4pPr>
            <a:lvl5pPr>
              <a:defRPr sz="2100" b="0">
                <a:solidFill>
                  <a:srgbClr val="162840"/>
                </a:solidFill>
              </a:defRPr>
            </a:lvl5pPr>
            <a:lvl6pPr>
              <a:defRPr sz="2100" b="0">
                <a:solidFill>
                  <a:srgbClr val="162840"/>
                </a:solidFill>
              </a:defRPr>
            </a:lvl6pPr>
            <a:lvl7pPr>
              <a:defRPr sz="2100" b="0">
                <a:solidFill>
                  <a:srgbClr val="162840"/>
                </a:solidFill>
              </a:defRPr>
            </a:lvl7pPr>
            <a:lvl8pPr>
              <a:defRPr sz="2100" b="0">
                <a:solidFill>
                  <a:srgbClr val="162840"/>
                </a:solidFill>
              </a:defRPr>
            </a:lvl8pPr>
            <a:lvl9pPr>
              <a:defRPr sz="2100" b="0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62840"/>
                </a:solidFill>
              </a:defRPr>
            </a:pPr>
            <a:r>
              <a:rPr sz="2100" b="0">
                <a:solidFill>
                  <a:srgbClr val="162840"/>
                </a:solidFill>
              </a:rPr>
              <a:t>현재 제품 화면과 서버 동작에 근거한 운영 절차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E589EF-6D52-498B-9CE4-B14E6BB67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71950"/>
            <a:ext cx="1000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0">
                <a:solidFill>
                  <a:srgbClr val="52657A"/>
                </a:solidFill>
              </a:defRPr>
            </a:defPPr>
            <a:lvl1pPr>
              <a:defRPr sz="1650" b="0">
                <a:solidFill>
                  <a:srgbClr val="52657A"/>
                </a:solidFill>
              </a:defRPr>
            </a:lvl1pPr>
            <a:lvl2pPr>
              <a:defRPr sz="1650" b="0">
                <a:solidFill>
                  <a:srgbClr val="52657A"/>
                </a:solidFill>
              </a:defRPr>
            </a:lvl2pPr>
            <a:lvl3pPr>
              <a:defRPr sz="1650" b="0">
                <a:solidFill>
                  <a:srgbClr val="52657A"/>
                </a:solidFill>
              </a:defRPr>
            </a:lvl3pPr>
            <a:lvl4pPr>
              <a:defRPr sz="1650" b="0">
                <a:solidFill>
                  <a:srgbClr val="52657A"/>
                </a:solidFill>
              </a:defRPr>
            </a:lvl4pPr>
            <a:lvl5pPr>
              <a:defRPr sz="1650" b="0">
                <a:solidFill>
                  <a:srgbClr val="52657A"/>
                </a:solidFill>
              </a:defRPr>
            </a:lvl5pPr>
            <a:lvl6pPr>
              <a:defRPr sz="1650" b="0">
                <a:solidFill>
                  <a:srgbClr val="52657A"/>
                </a:solidFill>
              </a:defRPr>
            </a:lvl6pPr>
            <a:lvl7pPr>
              <a:defRPr sz="1650" b="0">
                <a:solidFill>
                  <a:srgbClr val="52657A"/>
                </a:solidFill>
              </a:defRPr>
            </a:lvl7pPr>
            <a:lvl8pPr>
              <a:defRPr sz="1650" b="0">
                <a:solidFill>
                  <a:srgbClr val="52657A"/>
                </a:solidFill>
              </a:defRPr>
            </a:lvl8pPr>
            <a:lvl9pPr>
              <a:defRPr sz="1650" b="0">
                <a:solidFill>
                  <a:srgbClr val="52657A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2657A"/>
                </a:solidFill>
              </a:defRPr>
            </a:pPr>
            <a:r>
              <a:rPr sz="1650" b="0">
                <a:solidFill>
                  <a:srgbClr val="52657A"/>
                </a:solidFill>
              </a:rPr>
              <a:t>2026년 10월 28일 기준 · 초안</a:t>
            </a:r>
          </a:p>
        </p:txBody>
      </p:sp>
    </p:spTree>
    <p:extLst>
      <p:ext uri="{BB962C8B-B14F-4D97-AF65-F5344CB8AC3E}">
        <p14:creationId xmlns:p14="http://schemas.microsoft.com/office/powerpoint/2010/main" val="92710724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32B8A3-126D-488A-9AD2-9D1888895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625" b="1">
                <a:solidFill>
                  <a:srgbClr val="162840"/>
                </a:solidFill>
              </a:defRPr>
            </a:defPPr>
            <a:lvl1pPr>
              <a:defRPr sz="2625" b="1">
                <a:solidFill>
                  <a:srgbClr val="162840"/>
                </a:solidFill>
              </a:defRPr>
            </a:lvl1pPr>
            <a:lvl2pPr>
              <a:defRPr sz="2625" b="1">
                <a:solidFill>
                  <a:srgbClr val="162840"/>
                </a:solidFill>
              </a:defRPr>
            </a:lvl2pPr>
            <a:lvl3pPr>
              <a:defRPr sz="2625" b="1">
                <a:solidFill>
                  <a:srgbClr val="162840"/>
                </a:solidFill>
              </a:defRPr>
            </a:lvl3pPr>
            <a:lvl4pPr>
              <a:defRPr sz="2625" b="1">
                <a:solidFill>
                  <a:srgbClr val="162840"/>
                </a:solidFill>
              </a:defRPr>
            </a:lvl4pPr>
            <a:lvl5pPr>
              <a:defRPr sz="2625" b="1">
                <a:solidFill>
                  <a:srgbClr val="162840"/>
                </a:solidFill>
              </a:defRPr>
            </a:lvl5pPr>
            <a:lvl6pPr>
              <a:defRPr sz="2625" b="1">
                <a:solidFill>
                  <a:srgbClr val="162840"/>
                </a:solidFill>
              </a:defRPr>
            </a:lvl6pPr>
            <a:lvl7pPr>
              <a:defRPr sz="2625" b="1">
                <a:solidFill>
                  <a:srgbClr val="162840"/>
                </a:solidFill>
              </a:defRPr>
            </a:lvl7pPr>
            <a:lvl8pPr>
              <a:defRPr sz="2625" b="1">
                <a:solidFill>
                  <a:srgbClr val="162840"/>
                </a:solidFill>
              </a:defRPr>
            </a:lvl8pPr>
            <a:lvl9pPr>
              <a:defRPr sz="2625" b="1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62840"/>
                </a:solidFill>
              </a:defRPr>
            </a:pPr>
            <a:r>
              <a:rPr sz="2625" b="1">
                <a:solidFill>
                  <a:srgbClr val="162840"/>
                </a:solidFill>
              </a:rPr>
              <a:t>관리자 업무 범위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BD74B9-3E2D-495A-BEE4-947631ECC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85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0">
                <a:solidFill>
                  <a:srgbClr val="52657A"/>
                </a:solidFill>
              </a:defRPr>
            </a:defPPr>
            <a:lvl1pPr>
              <a:defRPr sz="975" b="0">
                <a:solidFill>
                  <a:srgbClr val="52657A"/>
                </a:solidFill>
              </a:defRPr>
            </a:lvl1pPr>
            <a:lvl2pPr>
              <a:defRPr sz="975" b="0">
                <a:solidFill>
                  <a:srgbClr val="52657A"/>
                </a:solidFill>
              </a:defRPr>
            </a:lvl2pPr>
            <a:lvl3pPr>
              <a:defRPr sz="975" b="0">
                <a:solidFill>
                  <a:srgbClr val="52657A"/>
                </a:solidFill>
              </a:defRPr>
            </a:lvl3pPr>
            <a:lvl4pPr>
              <a:defRPr sz="975" b="0">
                <a:solidFill>
                  <a:srgbClr val="52657A"/>
                </a:solidFill>
              </a:defRPr>
            </a:lvl4pPr>
            <a:lvl5pPr>
              <a:defRPr sz="975" b="0">
                <a:solidFill>
                  <a:srgbClr val="52657A"/>
                </a:solidFill>
              </a:defRPr>
            </a:lvl5pPr>
            <a:lvl6pPr>
              <a:defRPr sz="975" b="0">
                <a:solidFill>
                  <a:srgbClr val="52657A"/>
                </a:solidFill>
              </a:defRPr>
            </a:lvl6pPr>
            <a:lvl7pPr>
              <a:defRPr sz="975" b="0">
                <a:solidFill>
                  <a:srgbClr val="52657A"/>
                </a:solidFill>
              </a:defRPr>
            </a:lvl7pPr>
            <a:lvl8pPr>
              <a:defRPr sz="975" b="0">
                <a:solidFill>
                  <a:srgbClr val="52657A"/>
                </a:solidFill>
              </a:defRPr>
            </a:lvl8pPr>
            <a:lvl9pPr>
              <a:defRPr sz="975" b="0">
                <a:solidFill>
                  <a:srgbClr val="52657A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2657A"/>
                </a:solidFill>
              </a:defRPr>
            </a:pPr>
            <a:r>
              <a:rPr sz="975" b="0">
                <a:solidFill>
                  <a:srgbClr val="52657A"/>
                </a:solidFill>
              </a:rPr>
              <a:t>조선 AX · 관리자 매뉴얼 · 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D6A1A0-4C46-4F2F-BFED-2A917ACB9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10382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0">
                <a:solidFill>
                  <a:srgbClr val="162840"/>
                </a:solidFill>
              </a:defRPr>
            </a:defPPr>
            <a:lvl1pPr>
              <a:defRPr sz="1875" b="0">
                <a:solidFill>
                  <a:srgbClr val="162840"/>
                </a:solidFill>
              </a:defRPr>
            </a:lvl1pPr>
            <a:lvl2pPr>
              <a:defRPr sz="1875" b="0">
                <a:solidFill>
                  <a:srgbClr val="162840"/>
                </a:solidFill>
              </a:defRPr>
            </a:lvl2pPr>
            <a:lvl3pPr>
              <a:defRPr sz="1875" b="0">
                <a:solidFill>
                  <a:srgbClr val="162840"/>
                </a:solidFill>
              </a:defRPr>
            </a:lvl3pPr>
            <a:lvl4pPr>
              <a:defRPr sz="1875" b="0">
                <a:solidFill>
                  <a:srgbClr val="162840"/>
                </a:solidFill>
              </a:defRPr>
            </a:lvl4pPr>
            <a:lvl5pPr>
              <a:defRPr sz="1875" b="0">
                <a:solidFill>
                  <a:srgbClr val="162840"/>
                </a:solidFill>
              </a:defRPr>
            </a:lvl5pPr>
            <a:lvl6pPr>
              <a:defRPr sz="1875" b="0">
                <a:solidFill>
                  <a:srgbClr val="162840"/>
                </a:solidFill>
              </a:defRPr>
            </a:lvl6pPr>
            <a:lvl7pPr>
              <a:defRPr sz="1875" b="0">
                <a:solidFill>
                  <a:srgbClr val="162840"/>
                </a:solidFill>
              </a:defRPr>
            </a:lvl7pPr>
            <a:lvl8pPr>
              <a:defRPr sz="1875" b="0">
                <a:solidFill>
                  <a:srgbClr val="162840"/>
                </a:solidFill>
              </a:defRPr>
            </a:lvl8pPr>
            <a:lvl9pPr>
              <a:defRPr sz="1875" b="0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62840"/>
                </a:solidFill>
              </a:defRPr>
            </a:pPr>
            <a:r>
              <a:rPr sz="1875" b="0">
                <a:solidFill>
                  <a:srgbClr val="162840"/>
                </a:solidFill>
              </a:rPr>
              <a:t>1. 사용자 계정을 만들고 역할·활성 상태·담당 작업을 관리합니다.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6369D2-D2E8-4DED-A747-D913E10A7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95550"/>
            <a:ext cx="10382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0">
                <a:solidFill>
                  <a:srgbClr val="162840"/>
                </a:solidFill>
              </a:defRPr>
            </a:defPPr>
            <a:lvl1pPr>
              <a:defRPr sz="1875" b="0">
                <a:solidFill>
                  <a:srgbClr val="162840"/>
                </a:solidFill>
              </a:defRPr>
            </a:lvl1pPr>
            <a:lvl2pPr>
              <a:defRPr sz="1875" b="0">
                <a:solidFill>
                  <a:srgbClr val="162840"/>
                </a:solidFill>
              </a:defRPr>
            </a:lvl2pPr>
            <a:lvl3pPr>
              <a:defRPr sz="1875" b="0">
                <a:solidFill>
                  <a:srgbClr val="162840"/>
                </a:solidFill>
              </a:defRPr>
            </a:lvl3pPr>
            <a:lvl4pPr>
              <a:defRPr sz="1875" b="0">
                <a:solidFill>
                  <a:srgbClr val="162840"/>
                </a:solidFill>
              </a:defRPr>
            </a:lvl4pPr>
            <a:lvl5pPr>
              <a:defRPr sz="1875" b="0">
                <a:solidFill>
                  <a:srgbClr val="162840"/>
                </a:solidFill>
              </a:defRPr>
            </a:lvl5pPr>
            <a:lvl6pPr>
              <a:defRPr sz="1875" b="0">
                <a:solidFill>
                  <a:srgbClr val="162840"/>
                </a:solidFill>
              </a:defRPr>
            </a:lvl6pPr>
            <a:lvl7pPr>
              <a:defRPr sz="1875" b="0">
                <a:solidFill>
                  <a:srgbClr val="162840"/>
                </a:solidFill>
              </a:defRPr>
            </a:lvl7pPr>
            <a:lvl8pPr>
              <a:defRPr sz="1875" b="0">
                <a:solidFill>
                  <a:srgbClr val="162840"/>
                </a:solidFill>
              </a:defRPr>
            </a:lvl8pPr>
            <a:lvl9pPr>
              <a:defRPr sz="1875" b="0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62840"/>
                </a:solidFill>
              </a:defRPr>
            </a:pPr>
            <a:r>
              <a:rPr sz="1875" b="0">
                <a:solidFill>
                  <a:srgbClr val="162840"/>
                </a:solidFill>
              </a:rPr>
              <a:t>2. 조회자와 작업담당자의 입력·적재 권한을 설정합니다.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8F1633-C463-46A6-8809-68C1F9034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62350"/>
            <a:ext cx="10382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0">
                <a:solidFill>
                  <a:srgbClr val="162840"/>
                </a:solidFill>
              </a:defRPr>
            </a:defPPr>
            <a:lvl1pPr>
              <a:defRPr sz="1875" b="0">
                <a:solidFill>
                  <a:srgbClr val="162840"/>
                </a:solidFill>
              </a:defRPr>
            </a:lvl1pPr>
            <a:lvl2pPr>
              <a:defRPr sz="1875" b="0">
                <a:solidFill>
                  <a:srgbClr val="162840"/>
                </a:solidFill>
              </a:defRPr>
            </a:lvl2pPr>
            <a:lvl3pPr>
              <a:defRPr sz="1875" b="0">
                <a:solidFill>
                  <a:srgbClr val="162840"/>
                </a:solidFill>
              </a:defRPr>
            </a:lvl3pPr>
            <a:lvl4pPr>
              <a:defRPr sz="1875" b="0">
                <a:solidFill>
                  <a:srgbClr val="162840"/>
                </a:solidFill>
              </a:defRPr>
            </a:lvl4pPr>
            <a:lvl5pPr>
              <a:defRPr sz="1875" b="0">
                <a:solidFill>
                  <a:srgbClr val="162840"/>
                </a:solidFill>
              </a:defRPr>
            </a:lvl5pPr>
            <a:lvl6pPr>
              <a:defRPr sz="1875" b="0">
                <a:solidFill>
                  <a:srgbClr val="162840"/>
                </a:solidFill>
              </a:defRPr>
            </a:lvl6pPr>
            <a:lvl7pPr>
              <a:defRPr sz="1875" b="0">
                <a:solidFill>
                  <a:srgbClr val="162840"/>
                </a:solidFill>
              </a:defRPr>
            </a:lvl7pPr>
            <a:lvl8pPr>
              <a:defRPr sz="1875" b="0">
                <a:solidFill>
                  <a:srgbClr val="162840"/>
                </a:solidFill>
              </a:defRPr>
            </a:lvl8pPr>
            <a:lvl9pPr>
              <a:defRPr sz="1875" b="0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62840"/>
                </a:solidFill>
              </a:defRPr>
            </a:pPr>
            <a:r>
              <a:rPr sz="1875" b="0">
                <a:solidFill>
                  <a:srgbClr val="162840"/>
                </a:solidFill>
              </a:rPr>
              <a:t>3. CSV를 검증·적재하고 필요할 때 데이터를 초기화·복원합니다.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7930C5-6459-4E8F-8401-A27ABA17B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29150"/>
            <a:ext cx="10382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0">
                <a:solidFill>
                  <a:srgbClr val="162840"/>
                </a:solidFill>
              </a:defRPr>
            </a:defPPr>
            <a:lvl1pPr>
              <a:defRPr sz="1875" b="0">
                <a:solidFill>
                  <a:srgbClr val="162840"/>
                </a:solidFill>
              </a:defRPr>
            </a:lvl1pPr>
            <a:lvl2pPr>
              <a:defRPr sz="1875" b="0">
                <a:solidFill>
                  <a:srgbClr val="162840"/>
                </a:solidFill>
              </a:defRPr>
            </a:lvl2pPr>
            <a:lvl3pPr>
              <a:defRPr sz="1875" b="0">
                <a:solidFill>
                  <a:srgbClr val="162840"/>
                </a:solidFill>
              </a:defRPr>
            </a:lvl3pPr>
            <a:lvl4pPr>
              <a:defRPr sz="1875" b="0">
                <a:solidFill>
                  <a:srgbClr val="162840"/>
                </a:solidFill>
              </a:defRPr>
            </a:lvl4pPr>
            <a:lvl5pPr>
              <a:defRPr sz="1875" b="0">
                <a:solidFill>
                  <a:srgbClr val="162840"/>
                </a:solidFill>
              </a:defRPr>
            </a:lvl5pPr>
            <a:lvl6pPr>
              <a:defRPr sz="1875" b="0">
                <a:solidFill>
                  <a:srgbClr val="162840"/>
                </a:solidFill>
              </a:defRPr>
            </a:lvl6pPr>
            <a:lvl7pPr>
              <a:defRPr sz="1875" b="0">
                <a:solidFill>
                  <a:srgbClr val="162840"/>
                </a:solidFill>
              </a:defRPr>
            </a:lvl7pPr>
            <a:lvl8pPr>
              <a:defRPr sz="1875" b="0">
                <a:solidFill>
                  <a:srgbClr val="162840"/>
                </a:solidFill>
              </a:defRPr>
            </a:lvl8pPr>
            <a:lvl9pPr>
              <a:defRPr sz="1875" b="0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62840"/>
                </a:solidFill>
              </a:defRPr>
            </a:pPr>
            <a:r>
              <a:rPr sz="1875" b="0">
                <a:solidFill>
                  <a:srgbClr val="162840"/>
                </a:solidFill>
              </a:rPr>
              <a:t>4. 감사 이력을 조회하고 공정 배치 구역의 좌표를 수정합니다.</a:t>
            </a:r>
          </a:p>
        </p:txBody>
      </p:sp>
    </p:spTree>
    <p:extLst>
      <p:ext uri="{BB962C8B-B14F-4D97-AF65-F5344CB8AC3E}">
        <p14:creationId xmlns:p14="http://schemas.microsoft.com/office/powerpoint/2010/main" val="115948860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91DE50-5E4A-4E5D-9A98-D565BC710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625" b="1">
                <a:solidFill>
                  <a:srgbClr val="162840"/>
                </a:solidFill>
              </a:defRPr>
            </a:defPPr>
            <a:lvl1pPr>
              <a:defRPr sz="2625" b="1">
                <a:solidFill>
                  <a:srgbClr val="162840"/>
                </a:solidFill>
              </a:defRPr>
            </a:lvl1pPr>
            <a:lvl2pPr>
              <a:defRPr sz="2625" b="1">
                <a:solidFill>
                  <a:srgbClr val="162840"/>
                </a:solidFill>
              </a:defRPr>
            </a:lvl2pPr>
            <a:lvl3pPr>
              <a:defRPr sz="2625" b="1">
                <a:solidFill>
                  <a:srgbClr val="162840"/>
                </a:solidFill>
              </a:defRPr>
            </a:lvl3pPr>
            <a:lvl4pPr>
              <a:defRPr sz="2625" b="1">
                <a:solidFill>
                  <a:srgbClr val="162840"/>
                </a:solidFill>
              </a:defRPr>
            </a:lvl4pPr>
            <a:lvl5pPr>
              <a:defRPr sz="2625" b="1">
                <a:solidFill>
                  <a:srgbClr val="162840"/>
                </a:solidFill>
              </a:defRPr>
            </a:lvl5pPr>
            <a:lvl6pPr>
              <a:defRPr sz="2625" b="1">
                <a:solidFill>
                  <a:srgbClr val="162840"/>
                </a:solidFill>
              </a:defRPr>
            </a:lvl6pPr>
            <a:lvl7pPr>
              <a:defRPr sz="2625" b="1">
                <a:solidFill>
                  <a:srgbClr val="162840"/>
                </a:solidFill>
              </a:defRPr>
            </a:lvl7pPr>
            <a:lvl8pPr>
              <a:defRPr sz="2625" b="1">
                <a:solidFill>
                  <a:srgbClr val="162840"/>
                </a:solidFill>
              </a:defRPr>
            </a:lvl8pPr>
            <a:lvl9pPr>
              <a:defRPr sz="2625" b="1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62840"/>
                </a:solidFill>
              </a:defRPr>
            </a:pPr>
            <a:r>
              <a:rPr sz="2625" b="1">
                <a:solidFill>
                  <a:srgbClr val="162840"/>
                </a:solidFill>
              </a:rPr>
              <a:t>최초 관리자 계정 준비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69A791-BE9B-44CD-9E9B-2A65EF053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85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0">
                <a:solidFill>
                  <a:srgbClr val="52657A"/>
                </a:solidFill>
              </a:defRPr>
            </a:defPPr>
            <a:lvl1pPr>
              <a:defRPr sz="975" b="0">
                <a:solidFill>
                  <a:srgbClr val="52657A"/>
                </a:solidFill>
              </a:defRPr>
            </a:lvl1pPr>
            <a:lvl2pPr>
              <a:defRPr sz="975" b="0">
                <a:solidFill>
                  <a:srgbClr val="52657A"/>
                </a:solidFill>
              </a:defRPr>
            </a:lvl2pPr>
            <a:lvl3pPr>
              <a:defRPr sz="975" b="0">
                <a:solidFill>
                  <a:srgbClr val="52657A"/>
                </a:solidFill>
              </a:defRPr>
            </a:lvl3pPr>
            <a:lvl4pPr>
              <a:defRPr sz="975" b="0">
                <a:solidFill>
                  <a:srgbClr val="52657A"/>
                </a:solidFill>
              </a:defRPr>
            </a:lvl4pPr>
            <a:lvl5pPr>
              <a:defRPr sz="975" b="0">
                <a:solidFill>
                  <a:srgbClr val="52657A"/>
                </a:solidFill>
              </a:defRPr>
            </a:lvl5pPr>
            <a:lvl6pPr>
              <a:defRPr sz="975" b="0">
                <a:solidFill>
                  <a:srgbClr val="52657A"/>
                </a:solidFill>
              </a:defRPr>
            </a:lvl6pPr>
            <a:lvl7pPr>
              <a:defRPr sz="975" b="0">
                <a:solidFill>
                  <a:srgbClr val="52657A"/>
                </a:solidFill>
              </a:defRPr>
            </a:lvl7pPr>
            <a:lvl8pPr>
              <a:defRPr sz="975" b="0">
                <a:solidFill>
                  <a:srgbClr val="52657A"/>
                </a:solidFill>
              </a:defRPr>
            </a:lvl8pPr>
            <a:lvl9pPr>
              <a:defRPr sz="975" b="0">
                <a:solidFill>
                  <a:srgbClr val="52657A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2657A"/>
                </a:solidFill>
              </a:defRPr>
            </a:pPr>
            <a:r>
              <a:rPr sz="975" b="0">
                <a:solidFill>
                  <a:srgbClr val="52657A"/>
                </a:solidFill>
              </a:rPr>
              <a:t>조선 AX · 관리자 매뉴얼 · 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6E7029-3454-4C56-90A9-347103F22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10382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162840"/>
                </a:solidFill>
              </a:defRPr>
            </a:defPPr>
            <a:lvl1pPr>
              <a:defRPr sz="1800" b="0">
                <a:solidFill>
                  <a:srgbClr val="162840"/>
                </a:solidFill>
              </a:defRPr>
            </a:lvl1pPr>
            <a:lvl2pPr>
              <a:defRPr sz="1800" b="0">
                <a:solidFill>
                  <a:srgbClr val="162840"/>
                </a:solidFill>
              </a:defRPr>
            </a:lvl2pPr>
            <a:lvl3pPr>
              <a:defRPr sz="1800" b="0">
                <a:solidFill>
                  <a:srgbClr val="162840"/>
                </a:solidFill>
              </a:defRPr>
            </a:lvl3pPr>
            <a:lvl4pPr>
              <a:defRPr sz="1800" b="0">
                <a:solidFill>
                  <a:srgbClr val="162840"/>
                </a:solidFill>
              </a:defRPr>
            </a:lvl4pPr>
            <a:lvl5pPr>
              <a:defRPr sz="1800" b="0">
                <a:solidFill>
                  <a:srgbClr val="162840"/>
                </a:solidFill>
              </a:defRPr>
            </a:lvl5pPr>
            <a:lvl6pPr>
              <a:defRPr sz="1800" b="0">
                <a:solidFill>
                  <a:srgbClr val="162840"/>
                </a:solidFill>
              </a:defRPr>
            </a:lvl6pPr>
            <a:lvl7pPr>
              <a:defRPr sz="1800" b="0">
                <a:solidFill>
                  <a:srgbClr val="162840"/>
                </a:solidFill>
              </a:defRPr>
            </a:lvl7pPr>
            <a:lvl8pPr>
              <a:defRPr sz="1800" b="0">
                <a:solidFill>
                  <a:srgbClr val="162840"/>
                </a:solidFill>
              </a:defRPr>
            </a:lvl8pPr>
            <a:lvl9pPr>
              <a:defRPr sz="1800" b="0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62840"/>
                </a:solidFill>
              </a:defRPr>
            </a:pPr>
            <a:r>
              <a:rPr sz="1800" b="0">
                <a:solidFill>
                  <a:srgbClr val="162840"/>
                </a:solidFill>
              </a:rPr>
              <a:t>1. 기존 계정이 없을 때 백엔드 실행 터미널에서 관리자 아이디를 입력합니다.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BF3D04-1FBA-4C6A-A69A-54FF4B2AC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57450"/>
            <a:ext cx="10382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162840"/>
                </a:solidFill>
              </a:defRPr>
            </a:defPPr>
            <a:lvl1pPr>
              <a:defRPr sz="1800" b="0">
                <a:solidFill>
                  <a:srgbClr val="162840"/>
                </a:solidFill>
              </a:defRPr>
            </a:lvl1pPr>
            <a:lvl2pPr>
              <a:defRPr sz="1800" b="0">
                <a:solidFill>
                  <a:srgbClr val="162840"/>
                </a:solidFill>
              </a:defRPr>
            </a:lvl2pPr>
            <a:lvl3pPr>
              <a:defRPr sz="1800" b="0">
                <a:solidFill>
                  <a:srgbClr val="162840"/>
                </a:solidFill>
              </a:defRPr>
            </a:lvl3pPr>
            <a:lvl4pPr>
              <a:defRPr sz="1800" b="0">
                <a:solidFill>
                  <a:srgbClr val="162840"/>
                </a:solidFill>
              </a:defRPr>
            </a:lvl4pPr>
            <a:lvl5pPr>
              <a:defRPr sz="1800" b="0">
                <a:solidFill>
                  <a:srgbClr val="162840"/>
                </a:solidFill>
              </a:defRPr>
            </a:lvl5pPr>
            <a:lvl6pPr>
              <a:defRPr sz="1800" b="0">
                <a:solidFill>
                  <a:srgbClr val="162840"/>
                </a:solidFill>
              </a:defRPr>
            </a:lvl6pPr>
            <a:lvl7pPr>
              <a:defRPr sz="1800" b="0">
                <a:solidFill>
                  <a:srgbClr val="162840"/>
                </a:solidFill>
              </a:defRPr>
            </a:lvl7pPr>
            <a:lvl8pPr>
              <a:defRPr sz="1800" b="0">
                <a:solidFill>
                  <a:srgbClr val="162840"/>
                </a:solidFill>
              </a:defRPr>
            </a:lvl8pPr>
            <a:lvl9pPr>
              <a:defRPr sz="1800" b="0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62840"/>
                </a:solidFill>
              </a:defRPr>
            </a:pPr>
            <a:r>
              <a:rPr sz="1800" b="0">
                <a:solidFill>
                  <a:srgbClr val="162840"/>
                </a:solidFill>
              </a:rPr>
              <a:t>2. 비밀번호는 12자 이상으로 입력하고 화면·문서에 적지 않습니다.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94E948-E24D-41A9-B5E2-181B30579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86150"/>
            <a:ext cx="10382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162840"/>
                </a:solidFill>
              </a:defRPr>
            </a:defPPr>
            <a:lvl1pPr>
              <a:defRPr sz="1800" b="0">
                <a:solidFill>
                  <a:srgbClr val="162840"/>
                </a:solidFill>
              </a:defRPr>
            </a:lvl1pPr>
            <a:lvl2pPr>
              <a:defRPr sz="1800" b="0">
                <a:solidFill>
                  <a:srgbClr val="162840"/>
                </a:solidFill>
              </a:defRPr>
            </a:lvl2pPr>
            <a:lvl3pPr>
              <a:defRPr sz="1800" b="0">
                <a:solidFill>
                  <a:srgbClr val="162840"/>
                </a:solidFill>
              </a:defRPr>
            </a:lvl3pPr>
            <a:lvl4pPr>
              <a:defRPr sz="1800" b="0">
                <a:solidFill>
                  <a:srgbClr val="162840"/>
                </a:solidFill>
              </a:defRPr>
            </a:lvl4pPr>
            <a:lvl5pPr>
              <a:defRPr sz="1800" b="0">
                <a:solidFill>
                  <a:srgbClr val="162840"/>
                </a:solidFill>
              </a:defRPr>
            </a:lvl5pPr>
            <a:lvl6pPr>
              <a:defRPr sz="1800" b="0">
                <a:solidFill>
                  <a:srgbClr val="162840"/>
                </a:solidFill>
              </a:defRPr>
            </a:lvl6pPr>
            <a:lvl7pPr>
              <a:defRPr sz="1800" b="0">
                <a:solidFill>
                  <a:srgbClr val="162840"/>
                </a:solidFill>
              </a:defRPr>
            </a:lvl7pPr>
            <a:lvl8pPr>
              <a:defRPr sz="1800" b="0">
                <a:solidFill>
                  <a:srgbClr val="162840"/>
                </a:solidFill>
              </a:defRPr>
            </a:lvl8pPr>
            <a:lvl9pPr>
              <a:defRPr sz="1800" b="0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62840"/>
                </a:solidFill>
              </a:defRPr>
            </a:pPr>
            <a:r>
              <a:rPr sz="1800" b="0">
                <a:solidFill>
                  <a:srgbClr val="162840"/>
                </a:solidFill>
              </a:rPr>
              <a:t>3. 백엔드를 실행한 뒤 웹 화면에서 해당 계정으로 로그인합니다.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5BCBDE-D2CB-4A86-845D-743CD0FD6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14850"/>
            <a:ext cx="10382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162840"/>
                </a:solidFill>
              </a:defRPr>
            </a:defPPr>
            <a:lvl1pPr>
              <a:defRPr sz="1800" b="0">
                <a:solidFill>
                  <a:srgbClr val="162840"/>
                </a:solidFill>
              </a:defRPr>
            </a:lvl1pPr>
            <a:lvl2pPr>
              <a:defRPr sz="1800" b="0">
                <a:solidFill>
                  <a:srgbClr val="162840"/>
                </a:solidFill>
              </a:defRPr>
            </a:lvl2pPr>
            <a:lvl3pPr>
              <a:defRPr sz="1800" b="0">
                <a:solidFill>
                  <a:srgbClr val="162840"/>
                </a:solidFill>
              </a:defRPr>
            </a:lvl3pPr>
            <a:lvl4pPr>
              <a:defRPr sz="1800" b="0">
                <a:solidFill>
                  <a:srgbClr val="162840"/>
                </a:solidFill>
              </a:defRPr>
            </a:lvl4pPr>
            <a:lvl5pPr>
              <a:defRPr sz="1800" b="0">
                <a:solidFill>
                  <a:srgbClr val="162840"/>
                </a:solidFill>
              </a:defRPr>
            </a:lvl5pPr>
            <a:lvl6pPr>
              <a:defRPr sz="1800" b="0">
                <a:solidFill>
                  <a:srgbClr val="162840"/>
                </a:solidFill>
              </a:defRPr>
            </a:lvl6pPr>
            <a:lvl7pPr>
              <a:defRPr sz="1800" b="0">
                <a:solidFill>
                  <a:srgbClr val="162840"/>
                </a:solidFill>
              </a:defRPr>
            </a:lvl7pPr>
            <a:lvl8pPr>
              <a:defRPr sz="1800" b="0">
                <a:solidFill>
                  <a:srgbClr val="162840"/>
                </a:solidFill>
              </a:defRPr>
            </a:lvl8pPr>
            <a:lvl9pPr>
              <a:defRPr sz="1800" b="0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62840"/>
                </a:solidFill>
              </a:defRPr>
            </a:pPr>
            <a:r>
              <a:rPr sz="1800" b="0">
                <a:solidFill>
                  <a:srgbClr val="162840"/>
                </a:solidFill>
              </a:rPr>
              <a:t>4. 계정이 이미 있으면 최초 설정 환경변수는 기존 계정을 바꾸지 않습니다.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73D2E4-2CC3-4740-A6F9-7526CB86F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91200"/>
            <a:ext cx="1057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0">
                <a:solidFill>
                  <a:srgbClr val="1C65AE"/>
                </a:solidFill>
              </a:defRPr>
            </a:defPPr>
            <a:lvl1pPr>
              <a:defRPr sz="1425" b="0">
                <a:solidFill>
                  <a:srgbClr val="1C65AE"/>
                </a:solidFill>
              </a:defRPr>
            </a:lvl1pPr>
            <a:lvl2pPr>
              <a:defRPr sz="1425" b="0">
                <a:solidFill>
                  <a:srgbClr val="1C65AE"/>
                </a:solidFill>
              </a:defRPr>
            </a:lvl2pPr>
            <a:lvl3pPr>
              <a:defRPr sz="1425" b="0">
                <a:solidFill>
                  <a:srgbClr val="1C65AE"/>
                </a:solidFill>
              </a:defRPr>
            </a:lvl3pPr>
            <a:lvl4pPr>
              <a:defRPr sz="1425" b="0">
                <a:solidFill>
                  <a:srgbClr val="1C65AE"/>
                </a:solidFill>
              </a:defRPr>
            </a:lvl4pPr>
            <a:lvl5pPr>
              <a:defRPr sz="1425" b="0">
                <a:solidFill>
                  <a:srgbClr val="1C65AE"/>
                </a:solidFill>
              </a:defRPr>
            </a:lvl5pPr>
            <a:lvl6pPr>
              <a:defRPr sz="1425" b="0">
                <a:solidFill>
                  <a:srgbClr val="1C65AE"/>
                </a:solidFill>
              </a:defRPr>
            </a:lvl6pPr>
            <a:lvl7pPr>
              <a:defRPr sz="1425" b="0">
                <a:solidFill>
                  <a:srgbClr val="1C65AE"/>
                </a:solidFill>
              </a:defRPr>
            </a:lvl7pPr>
            <a:lvl8pPr>
              <a:defRPr sz="1425" b="0">
                <a:solidFill>
                  <a:srgbClr val="1C65AE"/>
                </a:solidFill>
              </a:defRPr>
            </a:lvl8pPr>
            <a:lvl9pPr>
              <a:defRPr sz="1425" b="0">
                <a:solidFill>
                  <a:srgbClr val="1C65AE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1C65AE"/>
                </a:solidFill>
              </a:defRPr>
            </a:pPr>
            <a:r>
              <a:rPr sz="1425" b="0">
                <a:solidFill>
                  <a:srgbClr val="1C65AE"/>
                </a:solidFill>
              </a:rPr>
              <a:t>실행 명령과 저장 경로는 저장소의 로그인·권한·감사 문서를 참고</a:t>
            </a:r>
          </a:p>
        </p:txBody>
      </p:sp>
    </p:spTree>
    <p:extLst>
      <p:ext uri="{BB962C8B-B14F-4D97-AF65-F5344CB8AC3E}">
        <p14:creationId xmlns:p14="http://schemas.microsoft.com/office/powerpoint/2010/main" val="188586854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679FF7-D6EF-42FD-9FDB-6A0938945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625" b="1">
                <a:solidFill>
                  <a:srgbClr val="162840"/>
                </a:solidFill>
              </a:defRPr>
            </a:defPPr>
            <a:lvl1pPr>
              <a:defRPr sz="2625" b="1">
                <a:solidFill>
                  <a:srgbClr val="162840"/>
                </a:solidFill>
              </a:defRPr>
            </a:lvl1pPr>
            <a:lvl2pPr>
              <a:defRPr sz="2625" b="1">
                <a:solidFill>
                  <a:srgbClr val="162840"/>
                </a:solidFill>
              </a:defRPr>
            </a:lvl2pPr>
            <a:lvl3pPr>
              <a:defRPr sz="2625" b="1">
                <a:solidFill>
                  <a:srgbClr val="162840"/>
                </a:solidFill>
              </a:defRPr>
            </a:lvl3pPr>
            <a:lvl4pPr>
              <a:defRPr sz="2625" b="1">
                <a:solidFill>
                  <a:srgbClr val="162840"/>
                </a:solidFill>
              </a:defRPr>
            </a:lvl4pPr>
            <a:lvl5pPr>
              <a:defRPr sz="2625" b="1">
                <a:solidFill>
                  <a:srgbClr val="162840"/>
                </a:solidFill>
              </a:defRPr>
            </a:lvl5pPr>
            <a:lvl6pPr>
              <a:defRPr sz="2625" b="1">
                <a:solidFill>
                  <a:srgbClr val="162840"/>
                </a:solidFill>
              </a:defRPr>
            </a:lvl6pPr>
            <a:lvl7pPr>
              <a:defRPr sz="2625" b="1">
                <a:solidFill>
                  <a:srgbClr val="162840"/>
                </a:solidFill>
              </a:defRPr>
            </a:lvl7pPr>
            <a:lvl8pPr>
              <a:defRPr sz="2625" b="1">
                <a:solidFill>
                  <a:srgbClr val="162840"/>
                </a:solidFill>
              </a:defRPr>
            </a:lvl8pPr>
            <a:lvl9pPr>
              <a:defRPr sz="2625" b="1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62840"/>
                </a:solidFill>
              </a:defRPr>
            </a:pPr>
            <a:r>
              <a:rPr sz="2625" b="1">
                <a:solidFill>
                  <a:srgbClr val="162840"/>
                </a:solidFill>
              </a:rPr>
              <a:t>설정 화면에서 관리 항목 찾기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D94863-0FB2-4100-BD24-68FD48E93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85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0">
                <a:solidFill>
                  <a:srgbClr val="52657A"/>
                </a:solidFill>
              </a:defRPr>
            </a:defPPr>
            <a:lvl1pPr>
              <a:defRPr sz="975" b="0">
                <a:solidFill>
                  <a:srgbClr val="52657A"/>
                </a:solidFill>
              </a:defRPr>
            </a:lvl1pPr>
            <a:lvl2pPr>
              <a:defRPr sz="975" b="0">
                <a:solidFill>
                  <a:srgbClr val="52657A"/>
                </a:solidFill>
              </a:defRPr>
            </a:lvl2pPr>
            <a:lvl3pPr>
              <a:defRPr sz="975" b="0">
                <a:solidFill>
                  <a:srgbClr val="52657A"/>
                </a:solidFill>
              </a:defRPr>
            </a:lvl3pPr>
            <a:lvl4pPr>
              <a:defRPr sz="975" b="0">
                <a:solidFill>
                  <a:srgbClr val="52657A"/>
                </a:solidFill>
              </a:defRPr>
            </a:lvl4pPr>
            <a:lvl5pPr>
              <a:defRPr sz="975" b="0">
                <a:solidFill>
                  <a:srgbClr val="52657A"/>
                </a:solidFill>
              </a:defRPr>
            </a:lvl5pPr>
            <a:lvl6pPr>
              <a:defRPr sz="975" b="0">
                <a:solidFill>
                  <a:srgbClr val="52657A"/>
                </a:solidFill>
              </a:defRPr>
            </a:lvl6pPr>
            <a:lvl7pPr>
              <a:defRPr sz="975" b="0">
                <a:solidFill>
                  <a:srgbClr val="52657A"/>
                </a:solidFill>
              </a:defRPr>
            </a:lvl7pPr>
            <a:lvl8pPr>
              <a:defRPr sz="975" b="0">
                <a:solidFill>
                  <a:srgbClr val="52657A"/>
                </a:solidFill>
              </a:defRPr>
            </a:lvl8pPr>
            <a:lvl9pPr>
              <a:defRPr sz="975" b="0">
                <a:solidFill>
                  <a:srgbClr val="52657A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2657A"/>
                </a:solidFill>
              </a:defRPr>
            </a:pPr>
            <a:r>
              <a:rPr sz="975" b="0">
                <a:solidFill>
                  <a:srgbClr val="52657A"/>
                </a:solidFill>
              </a:rPr>
              <a:t>조선 AX · 관리자 매뉴얼 · 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D6C93D-9925-4330-9311-7305967C6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38250"/>
            <a:ext cx="103822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0">
                <a:solidFill>
                  <a:srgbClr val="162840"/>
                </a:solidFill>
              </a:defRPr>
            </a:defPPr>
            <a:lvl1pPr>
              <a:defRPr sz="1650" b="0">
                <a:solidFill>
                  <a:srgbClr val="162840"/>
                </a:solidFill>
              </a:defRPr>
            </a:lvl1pPr>
            <a:lvl2pPr>
              <a:defRPr sz="1650" b="0">
                <a:solidFill>
                  <a:srgbClr val="162840"/>
                </a:solidFill>
              </a:defRPr>
            </a:lvl2pPr>
            <a:lvl3pPr>
              <a:defRPr sz="1650" b="0">
                <a:solidFill>
                  <a:srgbClr val="162840"/>
                </a:solidFill>
              </a:defRPr>
            </a:lvl3pPr>
            <a:lvl4pPr>
              <a:defRPr sz="1650" b="0">
                <a:solidFill>
                  <a:srgbClr val="162840"/>
                </a:solidFill>
              </a:defRPr>
            </a:lvl4pPr>
            <a:lvl5pPr>
              <a:defRPr sz="1650" b="0">
                <a:solidFill>
                  <a:srgbClr val="162840"/>
                </a:solidFill>
              </a:defRPr>
            </a:lvl5pPr>
            <a:lvl6pPr>
              <a:defRPr sz="1650" b="0">
                <a:solidFill>
                  <a:srgbClr val="162840"/>
                </a:solidFill>
              </a:defRPr>
            </a:lvl6pPr>
            <a:lvl7pPr>
              <a:defRPr sz="1650" b="0">
                <a:solidFill>
                  <a:srgbClr val="162840"/>
                </a:solidFill>
              </a:defRPr>
            </a:lvl7pPr>
            <a:lvl8pPr>
              <a:defRPr sz="1650" b="0">
                <a:solidFill>
                  <a:srgbClr val="162840"/>
                </a:solidFill>
              </a:defRPr>
            </a:lvl8pPr>
            <a:lvl9pPr>
              <a:defRPr sz="1650" b="0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62840"/>
                </a:solidFill>
              </a:defRPr>
            </a:pPr>
            <a:r>
              <a:rPr sz="1650" b="0">
                <a:solidFill>
                  <a:srgbClr val="162840"/>
                </a:solidFill>
              </a:rPr>
              <a:t>1. 상단 설정 메뉴를 열고 관리자 계정으로 로그인했는지 확인합니다.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EFA121-1C97-4EE6-8AEB-C571D67BC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81225"/>
            <a:ext cx="103822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0">
                <a:solidFill>
                  <a:srgbClr val="162840"/>
                </a:solidFill>
              </a:defRPr>
            </a:defPPr>
            <a:lvl1pPr>
              <a:defRPr sz="1650" b="0">
                <a:solidFill>
                  <a:srgbClr val="162840"/>
                </a:solidFill>
              </a:defRPr>
            </a:lvl1pPr>
            <a:lvl2pPr>
              <a:defRPr sz="1650" b="0">
                <a:solidFill>
                  <a:srgbClr val="162840"/>
                </a:solidFill>
              </a:defRPr>
            </a:lvl2pPr>
            <a:lvl3pPr>
              <a:defRPr sz="1650" b="0">
                <a:solidFill>
                  <a:srgbClr val="162840"/>
                </a:solidFill>
              </a:defRPr>
            </a:lvl3pPr>
            <a:lvl4pPr>
              <a:defRPr sz="1650" b="0">
                <a:solidFill>
                  <a:srgbClr val="162840"/>
                </a:solidFill>
              </a:defRPr>
            </a:lvl4pPr>
            <a:lvl5pPr>
              <a:defRPr sz="1650" b="0">
                <a:solidFill>
                  <a:srgbClr val="162840"/>
                </a:solidFill>
              </a:defRPr>
            </a:lvl5pPr>
            <a:lvl6pPr>
              <a:defRPr sz="1650" b="0">
                <a:solidFill>
                  <a:srgbClr val="162840"/>
                </a:solidFill>
              </a:defRPr>
            </a:lvl6pPr>
            <a:lvl7pPr>
              <a:defRPr sz="1650" b="0">
                <a:solidFill>
                  <a:srgbClr val="162840"/>
                </a:solidFill>
              </a:defRPr>
            </a:lvl7pPr>
            <a:lvl8pPr>
              <a:defRPr sz="1650" b="0">
                <a:solidFill>
                  <a:srgbClr val="162840"/>
                </a:solidFill>
              </a:defRPr>
            </a:lvl8pPr>
            <a:lvl9pPr>
              <a:defRPr sz="1650" b="0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62840"/>
                </a:solidFill>
              </a:defRPr>
            </a:pPr>
            <a:r>
              <a:rPr sz="1650" b="0">
                <a:solidFill>
                  <a:srgbClr val="162840"/>
                </a:solidFill>
              </a:rPr>
              <a:t>2. 역할별 권한 표에서 조회자·작업담당자의 허용 기능을 봅니다.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5B9386-4AC1-47E8-BD87-2D1330313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24200"/>
            <a:ext cx="103822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0">
                <a:solidFill>
                  <a:srgbClr val="162840"/>
                </a:solidFill>
              </a:defRPr>
            </a:defPPr>
            <a:lvl1pPr>
              <a:defRPr sz="1650" b="0">
                <a:solidFill>
                  <a:srgbClr val="162840"/>
                </a:solidFill>
              </a:defRPr>
            </a:lvl1pPr>
            <a:lvl2pPr>
              <a:defRPr sz="1650" b="0">
                <a:solidFill>
                  <a:srgbClr val="162840"/>
                </a:solidFill>
              </a:defRPr>
            </a:lvl2pPr>
            <a:lvl3pPr>
              <a:defRPr sz="1650" b="0">
                <a:solidFill>
                  <a:srgbClr val="162840"/>
                </a:solidFill>
              </a:defRPr>
            </a:lvl3pPr>
            <a:lvl4pPr>
              <a:defRPr sz="1650" b="0">
                <a:solidFill>
                  <a:srgbClr val="162840"/>
                </a:solidFill>
              </a:defRPr>
            </a:lvl4pPr>
            <a:lvl5pPr>
              <a:defRPr sz="1650" b="0">
                <a:solidFill>
                  <a:srgbClr val="162840"/>
                </a:solidFill>
              </a:defRPr>
            </a:lvl5pPr>
            <a:lvl6pPr>
              <a:defRPr sz="1650" b="0">
                <a:solidFill>
                  <a:srgbClr val="162840"/>
                </a:solidFill>
              </a:defRPr>
            </a:lvl6pPr>
            <a:lvl7pPr>
              <a:defRPr sz="1650" b="0">
                <a:solidFill>
                  <a:srgbClr val="162840"/>
                </a:solidFill>
              </a:defRPr>
            </a:lvl7pPr>
            <a:lvl8pPr>
              <a:defRPr sz="1650" b="0">
                <a:solidFill>
                  <a:srgbClr val="162840"/>
                </a:solidFill>
              </a:defRPr>
            </a:lvl8pPr>
            <a:lvl9pPr>
              <a:defRPr sz="1650" b="0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62840"/>
                </a:solidFill>
              </a:defRPr>
            </a:pPr>
            <a:r>
              <a:rPr sz="1650" b="0">
                <a:solidFill>
                  <a:srgbClr val="162840"/>
                </a:solidFill>
              </a:rPr>
              <a:t>3. 사용자 역할 배정 표에서 계정을 찾거나 새 사용자를 추가합니다.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E32893-09CD-4F70-8AEE-299758E55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67175"/>
            <a:ext cx="103822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0">
                <a:solidFill>
                  <a:srgbClr val="162840"/>
                </a:solidFill>
              </a:defRPr>
            </a:defPPr>
            <a:lvl1pPr>
              <a:defRPr sz="1650" b="0">
                <a:solidFill>
                  <a:srgbClr val="162840"/>
                </a:solidFill>
              </a:defRPr>
            </a:lvl1pPr>
            <a:lvl2pPr>
              <a:defRPr sz="1650" b="0">
                <a:solidFill>
                  <a:srgbClr val="162840"/>
                </a:solidFill>
              </a:defRPr>
            </a:lvl2pPr>
            <a:lvl3pPr>
              <a:defRPr sz="1650" b="0">
                <a:solidFill>
                  <a:srgbClr val="162840"/>
                </a:solidFill>
              </a:defRPr>
            </a:lvl3pPr>
            <a:lvl4pPr>
              <a:defRPr sz="1650" b="0">
                <a:solidFill>
                  <a:srgbClr val="162840"/>
                </a:solidFill>
              </a:defRPr>
            </a:lvl4pPr>
            <a:lvl5pPr>
              <a:defRPr sz="1650" b="0">
                <a:solidFill>
                  <a:srgbClr val="162840"/>
                </a:solidFill>
              </a:defRPr>
            </a:lvl5pPr>
            <a:lvl6pPr>
              <a:defRPr sz="1650" b="0">
                <a:solidFill>
                  <a:srgbClr val="162840"/>
                </a:solidFill>
              </a:defRPr>
            </a:lvl6pPr>
            <a:lvl7pPr>
              <a:defRPr sz="1650" b="0">
                <a:solidFill>
                  <a:srgbClr val="162840"/>
                </a:solidFill>
              </a:defRPr>
            </a:lvl7pPr>
            <a:lvl8pPr>
              <a:defRPr sz="1650" b="0">
                <a:solidFill>
                  <a:srgbClr val="162840"/>
                </a:solidFill>
              </a:defRPr>
            </a:lvl8pPr>
            <a:lvl9pPr>
              <a:defRPr sz="1650" b="0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62840"/>
                </a:solidFill>
              </a:defRPr>
            </a:pPr>
            <a:r>
              <a:rPr sz="1650" b="0">
                <a:solidFill>
                  <a:srgbClr val="162840"/>
                </a:solidFill>
              </a:rPr>
              <a:t>4. 감사 이력 필터로 수행자·작업·대상·기간을 지정합니다.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18BC9B-3DB8-4041-9E03-38DAE66BD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103822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0">
                <a:solidFill>
                  <a:srgbClr val="162840"/>
                </a:solidFill>
              </a:defRPr>
            </a:defPPr>
            <a:lvl1pPr>
              <a:defRPr sz="1650" b="0">
                <a:solidFill>
                  <a:srgbClr val="162840"/>
                </a:solidFill>
              </a:defRPr>
            </a:lvl1pPr>
            <a:lvl2pPr>
              <a:defRPr sz="1650" b="0">
                <a:solidFill>
                  <a:srgbClr val="162840"/>
                </a:solidFill>
              </a:defRPr>
            </a:lvl2pPr>
            <a:lvl3pPr>
              <a:defRPr sz="1650" b="0">
                <a:solidFill>
                  <a:srgbClr val="162840"/>
                </a:solidFill>
              </a:defRPr>
            </a:lvl3pPr>
            <a:lvl4pPr>
              <a:defRPr sz="1650" b="0">
                <a:solidFill>
                  <a:srgbClr val="162840"/>
                </a:solidFill>
              </a:defRPr>
            </a:lvl4pPr>
            <a:lvl5pPr>
              <a:defRPr sz="1650" b="0">
                <a:solidFill>
                  <a:srgbClr val="162840"/>
                </a:solidFill>
              </a:defRPr>
            </a:lvl5pPr>
            <a:lvl6pPr>
              <a:defRPr sz="1650" b="0">
                <a:solidFill>
                  <a:srgbClr val="162840"/>
                </a:solidFill>
              </a:defRPr>
            </a:lvl6pPr>
            <a:lvl7pPr>
              <a:defRPr sz="1650" b="0">
                <a:solidFill>
                  <a:srgbClr val="162840"/>
                </a:solidFill>
              </a:defRPr>
            </a:lvl7pPr>
            <a:lvl8pPr>
              <a:defRPr sz="1650" b="0">
                <a:solidFill>
                  <a:srgbClr val="162840"/>
                </a:solidFill>
              </a:defRPr>
            </a:lvl8pPr>
            <a:lvl9pPr>
              <a:defRPr sz="1650" b="0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62840"/>
                </a:solidFill>
              </a:defRPr>
            </a:pPr>
            <a:r>
              <a:rPr sz="1650" b="0">
                <a:solidFill>
                  <a:srgbClr val="162840"/>
                </a:solidFill>
              </a:rPr>
              <a:t>5. 공정 배치도 수정 탭은 별도 좌표 편집 화면으로 이동합니다.</a:t>
            </a:r>
          </a:p>
        </p:txBody>
      </p:sp>
    </p:spTree>
    <p:extLst>
      <p:ext uri="{BB962C8B-B14F-4D97-AF65-F5344CB8AC3E}">
        <p14:creationId xmlns:p14="http://schemas.microsoft.com/office/powerpoint/2010/main" val="164133776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1EA40B-0D7F-424A-9EC0-3A49772EA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625" b="1">
                <a:solidFill>
                  <a:srgbClr val="162840"/>
                </a:solidFill>
              </a:defRPr>
            </a:defPPr>
            <a:lvl1pPr>
              <a:defRPr sz="2625" b="1">
                <a:solidFill>
                  <a:srgbClr val="162840"/>
                </a:solidFill>
              </a:defRPr>
            </a:lvl1pPr>
            <a:lvl2pPr>
              <a:defRPr sz="2625" b="1">
                <a:solidFill>
                  <a:srgbClr val="162840"/>
                </a:solidFill>
              </a:defRPr>
            </a:lvl2pPr>
            <a:lvl3pPr>
              <a:defRPr sz="2625" b="1">
                <a:solidFill>
                  <a:srgbClr val="162840"/>
                </a:solidFill>
              </a:defRPr>
            </a:lvl3pPr>
            <a:lvl4pPr>
              <a:defRPr sz="2625" b="1">
                <a:solidFill>
                  <a:srgbClr val="162840"/>
                </a:solidFill>
              </a:defRPr>
            </a:lvl4pPr>
            <a:lvl5pPr>
              <a:defRPr sz="2625" b="1">
                <a:solidFill>
                  <a:srgbClr val="162840"/>
                </a:solidFill>
              </a:defRPr>
            </a:lvl5pPr>
            <a:lvl6pPr>
              <a:defRPr sz="2625" b="1">
                <a:solidFill>
                  <a:srgbClr val="162840"/>
                </a:solidFill>
              </a:defRPr>
            </a:lvl6pPr>
            <a:lvl7pPr>
              <a:defRPr sz="2625" b="1">
                <a:solidFill>
                  <a:srgbClr val="162840"/>
                </a:solidFill>
              </a:defRPr>
            </a:lvl7pPr>
            <a:lvl8pPr>
              <a:defRPr sz="2625" b="1">
                <a:solidFill>
                  <a:srgbClr val="162840"/>
                </a:solidFill>
              </a:defRPr>
            </a:lvl8pPr>
            <a:lvl9pPr>
              <a:defRPr sz="2625" b="1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62840"/>
                </a:solidFill>
              </a:defRPr>
            </a:pPr>
            <a:r>
              <a:rPr sz="2625" b="1">
                <a:solidFill>
                  <a:srgbClr val="162840"/>
                </a:solidFill>
              </a:rPr>
              <a:t>역할별 권한 변경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6F7DF5-DA78-4105-8832-C4270ED38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85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0">
                <a:solidFill>
                  <a:srgbClr val="52657A"/>
                </a:solidFill>
              </a:defRPr>
            </a:defPPr>
            <a:lvl1pPr>
              <a:defRPr sz="975" b="0">
                <a:solidFill>
                  <a:srgbClr val="52657A"/>
                </a:solidFill>
              </a:defRPr>
            </a:lvl1pPr>
            <a:lvl2pPr>
              <a:defRPr sz="975" b="0">
                <a:solidFill>
                  <a:srgbClr val="52657A"/>
                </a:solidFill>
              </a:defRPr>
            </a:lvl2pPr>
            <a:lvl3pPr>
              <a:defRPr sz="975" b="0">
                <a:solidFill>
                  <a:srgbClr val="52657A"/>
                </a:solidFill>
              </a:defRPr>
            </a:lvl3pPr>
            <a:lvl4pPr>
              <a:defRPr sz="975" b="0">
                <a:solidFill>
                  <a:srgbClr val="52657A"/>
                </a:solidFill>
              </a:defRPr>
            </a:lvl4pPr>
            <a:lvl5pPr>
              <a:defRPr sz="975" b="0">
                <a:solidFill>
                  <a:srgbClr val="52657A"/>
                </a:solidFill>
              </a:defRPr>
            </a:lvl5pPr>
            <a:lvl6pPr>
              <a:defRPr sz="975" b="0">
                <a:solidFill>
                  <a:srgbClr val="52657A"/>
                </a:solidFill>
              </a:defRPr>
            </a:lvl6pPr>
            <a:lvl7pPr>
              <a:defRPr sz="975" b="0">
                <a:solidFill>
                  <a:srgbClr val="52657A"/>
                </a:solidFill>
              </a:defRPr>
            </a:lvl7pPr>
            <a:lvl8pPr>
              <a:defRPr sz="975" b="0">
                <a:solidFill>
                  <a:srgbClr val="52657A"/>
                </a:solidFill>
              </a:defRPr>
            </a:lvl8pPr>
            <a:lvl9pPr>
              <a:defRPr sz="975" b="0">
                <a:solidFill>
                  <a:srgbClr val="52657A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2657A"/>
                </a:solidFill>
              </a:defRPr>
            </a:pPr>
            <a:r>
              <a:rPr sz="975" b="0">
                <a:solidFill>
                  <a:srgbClr val="52657A"/>
                </a:solidFill>
              </a:rPr>
              <a:t>조선 AX · 관리자 매뉴얼 · 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553BBE-9075-469C-925B-4783F8E6B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7637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025" b="1">
                <a:solidFill>
                  <a:srgbClr val="1C65AE"/>
                </a:solidFill>
              </a:defRPr>
            </a:defPPr>
            <a:lvl1pPr>
              <a:defRPr sz="2025" b="1">
                <a:solidFill>
                  <a:srgbClr val="1C65AE"/>
                </a:solidFill>
              </a:defRPr>
            </a:lvl1pPr>
            <a:lvl2pPr>
              <a:defRPr sz="2025" b="1">
                <a:solidFill>
                  <a:srgbClr val="1C65AE"/>
                </a:solidFill>
              </a:defRPr>
            </a:lvl2pPr>
            <a:lvl3pPr>
              <a:defRPr sz="2025" b="1">
                <a:solidFill>
                  <a:srgbClr val="1C65AE"/>
                </a:solidFill>
              </a:defRPr>
            </a:lvl3pPr>
            <a:lvl4pPr>
              <a:defRPr sz="2025" b="1">
                <a:solidFill>
                  <a:srgbClr val="1C65AE"/>
                </a:solidFill>
              </a:defRPr>
            </a:lvl4pPr>
            <a:lvl5pPr>
              <a:defRPr sz="2025" b="1">
                <a:solidFill>
                  <a:srgbClr val="1C65AE"/>
                </a:solidFill>
              </a:defRPr>
            </a:lvl5pPr>
            <a:lvl6pPr>
              <a:defRPr sz="2025" b="1">
                <a:solidFill>
                  <a:srgbClr val="1C65AE"/>
                </a:solidFill>
              </a:defRPr>
            </a:lvl6pPr>
            <a:lvl7pPr>
              <a:defRPr sz="2025" b="1">
                <a:solidFill>
                  <a:srgbClr val="1C65AE"/>
                </a:solidFill>
              </a:defRPr>
            </a:lvl7pPr>
            <a:lvl8pPr>
              <a:defRPr sz="2025" b="1">
                <a:solidFill>
                  <a:srgbClr val="1C65AE"/>
                </a:solidFill>
              </a:defRPr>
            </a:lvl8pPr>
            <a:lvl9pPr>
              <a:defRPr sz="2025" b="1">
                <a:solidFill>
                  <a:srgbClr val="1C65AE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C65AE"/>
                </a:solidFill>
              </a:defRPr>
            </a:pPr>
            <a:r>
              <a:rPr sz="2025" b="1">
                <a:solidFill>
                  <a:srgbClr val="1C65AE"/>
                </a:solidFill>
              </a:rPr>
              <a:t>조회자 · VIEWER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BCDB73-5E7A-48F2-9029-9C77B8D67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476375"/>
            <a:ext cx="7429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162840"/>
                </a:solidFill>
              </a:defRPr>
            </a:defPPr>
            <a:lvl1pPr>
              <a:defRPr sz="1800" b="0">
                <a:solidFill>
                  <a:srgbClr val="162840"/>
                </a:solidFill>
              </a:defRPr>
            </a:lvl1pPr>
            <a:lvl2pPr>
              <a:defRPr sz="1800" b="0">
                <a:solidFill>
                  <a:srgbClr val="162840"/>
                </a:solidFill>
              </a:defRPr>
            </a:lvl2pPr>
            <a:lvl3pPr>
              <a:defRPr sz="1800" b="0">
                <a:solidFill>
                  <a:srgbClr val="162840"/>
                </a:solidFill>
              </a:defRPr>
            </a:lvl3pPr>
            <a:lvl4pPr>
              <a:defRPr sz="1800" b="0">
                <a:solidFill>
                  <a:srgbClr val="162840"/>
                </a:solidFill>
              </a:defRPr>
            </a:lvl4pPr>
            <a:lvl5pPr>
              <a:defRPr sz="1800" b="0">
                <a:solidFill>
                  <a:srgbClr val="162840"/>
                </a:solidFill>
              </a:defRPr>
            </a:lvl5pPr>
            <a:lvl6pPr>
              <a:defRPr sz="1800" b="0">
                <a:solidFill>
                  <a:srgbClr val="162840"/>
                </a:solidFill>
              </a:defRPr>
            </a:lvl6pPr>
            <a:lvl7pPr>
              <a:defRPr sz="1800" b="0">
                <a:solidFill>
                  <a:srgbClr val="162840"/>
                </a:solidFill>
              </a:defRPr>
            </a:lvl7pPr>
            <a:lvl8pPr>
              <a:defRPr sz="1800" b="0">
                <a:solidFill>
                  <a:srgbClr val="162840"/>
                </a:solidFill>
              </a:defRPr>
            </a:lvl8pPr>
            <a:lvl9pPr>
              <a:defRPr sz="1800" b="0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62840"/>
                </a:solidFill>
              </a:defRPr>
            </a:pPr>
            <a:r>
              <a:rPr sz="1800" b="0">
                <a:solidFill>
                  <a:srgbClr val="162840"/>
                </a:solidFill>
              </a:rPr>
              <a:t>기본 조회. 담당 입력·데이터 적재 허용 여부는 관리자가 변경할 수 있습니다.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E143A8-C87E-430B-99EE-505378EBA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81300"/>
            <a:ext cx="285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025" b="1">
                <a:solidFill>
                  <a:srgbClr val="1C65AE"/>
                </a:solidFill>
              </a:defRPr>
            </a:defPPr>
            <a:lvl1pPr>
              <a:defRPr sz="2025" b="1">
                <a:solidFill>
                  <a:srgbClr val="1C65AE"/>
                </a:solidFill>
              </a:defRPr>
            </a:lvl1pPr>
            <a:lvl2pPr>
              <a:defRPr sz="2025" b="1">
                <a:solidFill>
                  <a:srgbClr val="1C65AE"/>
                </a:solidFill>
              </a:defRPr>
            </a:lvl2pPr>
            <a:lvl3pPr>
              <a:defRPr sz="2025" b="1">
                <a:solidFill>
                  <a:srgbClr val="1C65AE"/>
                </a:solidFill>
              </a:defRPr>
            </a:lvl3pPr>
            <a:lvl4pPr>
              <a:defRPr sz="2025" b="1">
                <a:solidFill>
                  <a:srgbClr val="1C65AE"/>
                </a:solidFill>
              </a:defRPr>
            </a:lvl4pPr>
            <a:lvl5pPr>
              <a:defRPr sz="2025" b="1">
                <a:solidFill>
                  <a:srgbClr val="1C65AE"/>
                </a:solidFill>
              </a:defRPr>
            </a:lvl5pPr>
            <a:lvl6pPr>
              <a:defRPr sz="2025" b="1">
                <a:solidFill>
                  <a:srgbClr val="1C65AE"/>
                </a:solidFill>
              </a:defRPr>
            </a:lvl6pPr>
            <a:lvl7pPr>
              <a:defRPr sz="2025" b="1">
                <a:solidFill>
                  <a:srgbClr val="1C65AE"/>
                </a:solidFill>
              </a:defRPr>
            </a:lvl7pPr>
            <a:lvl8pPr>
              <a:defRPr sz="2025" b="1">
                <a:solidFill>
                  <a:srgbClr val="1C65AE"/>
                </a:solidFill>
              </a:defRPr>
            </a:lvl8pPr>
            <a:lvl9pPr>
              <a:defRPr sz="2025" b="1">
                <a:solidFill>
                  <a:srgbClr val="1C65AE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C65AE"/>
                </a:solidFill>
              </a:defRPr>
            </a:pPr>
            <a:r>
              <a:rPr sz="2025" b="1">
                <a:solidFill>
                  <a:srgbClr val="1C65AE"/>
                </a:solidFill>
              </a:rPr>
              <a:t>작업담당자 · WORKER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F2D71D-4E37-45EE-8A4A-FB2A60D37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781300"/>
            <a:ext cx="7429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162840"/>
                </a:solidFill>
              </a:defRPr>
            </a:defPPr>
            <a:lvl1pPr>
              <a:defRPr sz="1800" b="0">
                <a:solidFill>
                  <a:srgbClr val="162840"/>
                </a:solidFill>
              </a:defRPr>
            </a:lvl1pPr>
            <a:lvl2pPr>
              <a:defRPr sz="1800" b="0">
                <a:solidFill>
                  <a:srgbClr val="162840"/>
                </a:solidFill>
              </a:defRPr>
            </a:lvl2pPr>
            <a:lvl3pPr>
              <a:defRPr sz="1800" b="0">
                <a:solidFill>
                  <a:srgbClr val="162840"/>
                </a:solidFill>
              </a:defRPr>
            </a:lvl3pPr>
            <a:lvl4pPr>
              <a:defRPr sz="1800" b="0">
                <a:solidFill>
                  <a:srgbClr val="162840"/>
                </a:solidFill>
              </a:defRPr>
            </a:lvl4pPr>
            <a:lvl5pPr>
              <a:defRPr sz="1800" b="0">
                <a:solidFill>
                  <a:srgbClr val="162840"/>
                </a:solidFill>
              </a:defRPr>
            </a:lvl5pPr>
            <a:lvl6pPr>
              <a:defRPr sz="1800" b="0">
                <a:solidFill>
                  <a:srgbClr val="162840"/>
                </a:solidFill>
              </a:defRPr>
            </a:lvl6pPr>
            <a:lvl7pPr>
              <a:defRPr sz="1800" b="0">
                <a:solidFill>
                  <a:srgbClr val="162840"/>
                </a:solidFill>
              </a:defRPr>
            </a:lvl7pPr>
            <a:lvl8pPr>
              <a:defRPr sz="1800" b="0">
                <a:solidFill>
                  <a:srgbClr val="162840"/>
                </a:solidFill>
              </a:defRPr>
            </a:lvl8pPr>
            <a:lvl9pPr>
              <a:defRPr sz="1800" b="0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62840"/>
                </a:solidFill>
              </a:defRPr>
            </a:pPr>
            <a:r>
              <a:rPr sz="1800" b="0">
                <a:solidFill>
                  <a:srgbClr val="162840"/>
                </a:solidFill>
              </a:rPr>
              <a:t>기본 조회와 배정 작업 입력. 데이터 적재 허용 여부를 변경할 수 있습니다.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3B02E3-F03C-4873-BA25-5E2D2B207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14800"/>
            <a:ext cx="285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025" b="1">
                <a:solidFill>
                  <a:srgbClr val="1C65AE"/>
                </a:solidFill>
              </a:defRPr>
            </a:defPPr>
            <a:lvl1pPr>
              <a:defRPr sz="2025" b="1">
                <a:solidFill>
                  <a:srgbClr val="1C65AE"/>
                </a:solidFill>
              </a:defRPr>
            </a:lvl1pPr>
            <a:lvl2pPr>
              <a:defRPr sz="2025" b="1">
                <a:solidFill>
                  <a:srgbClr val="1C65AE"/>
                </a:solidFill>
              </a:defRPr>
            </a:lvl2pPr>
            <a:lvl3pPr>
              <a:defRPr sz="2025" b="1">
                <a:solidFill>
                  <a:srgbClr val="1C65AE"/>
                </a:solidFill>
              </a:defRPr>
            </a:lvl3pPr>
            <a:lvl4pPr>
              <a:defRPr sz="2025" b="1">
                <a:solidFill>
                  <a:srgbClr val="1C65AE"/>
                </a:solidFill>
              </a:defRPr>
            </a:lvl4pPr>
            <a:lvl5pPr>
              <a:defRPr sz="2025" b="1">
                <a:solidFill>
                  <a:srgbClr val="1C65AE"/>
                </a:solidFill>
              </a:defRPr>
            </a:lvl5pPr>
            <a:lvl6pPr>
              <a:defRPr sz="2025" b="1">
                <a:solidFill>
                  <a:srgbClr val="1C65AE"/>
                </a:solidFill>
              </a:defRPr>
            </a:lvl6pPr>
            <a:lvl7pPr>
              <a:defRPr sz="2025" b="1">
                <a:solidFill>
                  <a:srgbClr val="1C65AE"/>
                </a:solidFill>
              </a:defRPr>
            </a:lvl7pPr>
            <a:lvl8pPr>
              <a:defRPr sz="2025" b="1">
                <a:solidFill>
                  <a:srgbClr val="1C65AE"/>
                </a:solidFill>
              </a:defRPr>
            </a:lvl8pPr>
            <a:lvl9pPr>
              <a:defRPr sz="2025" b="1">
                <a:solidFill>
                  <a:srgbClr val="1C65AE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C65AE"/>
                </a:solidFill>
              </a:defRPr>
            </a:pPr>
            <a:r>
              <a:rPr sz="2025" b="1">
                <a:solidFill>
                  <a:srgbClr val="1C65AE"/>
                </a:solidFill>
              </a:rPr>
              <a:t>관리자 · ADMIN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881994-1248-44C7-83FD-EBC8EF5ED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114800"/>
            <a:ext cx="7429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162840"/>
                </a:solidFill>
              </a:defRPr>
            </a:defPPr>
            <a:lvl1pPr>
              <a:defRPr sz="1800" b="0">
                <a:solidFill>
                  <a:srgbClr val="162840"/>
                </a:solidFill>
              </a:defRPr>
            </a:lvl1pPr>
            <a:lvl2pPr>
              <a:defRPr sz="1800" b="0">
                <a:solidFill>
                  <a:srgbClr val="162840"/>
                </a:solidFill>
              </a:defRPr>
            </a:lvl2pPr>
            <a:lvl3pPr>
              <a:defRPr sz="1800" b="0">
                <a:solidFill>
                  <a:srgbClr val="162840"/>
                </a:solidFill>
              </a:defRPr>
            </a:lvl3pPr>
            <a:lvl4pPr>
              <a:defRPr sz="1800" b="0">
                <a:solidFill>
                  <a:srgbClr val="162840"/>
                </a:solidFill>
              </a:defRPr>
            </a:lvl4pPr>
            <a:lvl5pPr>
              <a:defRPr sz="1800" b="0">
                <a:solidFill>
                  <a:srgbClr val="162840"/>
                </a:solidFill>
              </a:defRPr>
            </a:lvl5pPr>
            <a:lvl6pPr>
              <a:defRPr sz="1800" b="0">
                <a:solidFill>
                  <a:srgbClr val="162840"/>
                </a:solidFill>
              </a:defRPr>
            </a:lvl6pPr>
            <a:lvl7pPr>
              <a:defRPr sz="1800" b="0">
                <a:solidFill>
                  <a:srgbClr val="162840"/>
                </a:solidFill>
              </a:defRPr>
            </a:lvl7pPr>
            <a:lvl8pPr>
              <a:defRPr sz="1800" b="0">
                <a:solidFill>
                  <a:srgbClr val="162840"/>
                </a:solidFill>
              </a:defRPr>
            </a:lvl8pPr>
            <a:lvl9pPr>
              <a:defRPr sz="1800" b="0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62840"/>
                </a:solidFill>
              </a:defRPr>
            </a:pPr>
            <a:r>
              <a:rPr sz="1800" b="0">
                <a:solidFill>
                  <a:srgbClr val="162840"/>
                </a:solidFill>
              </a:rPr>
              <a:t>모든 기능 허용. 관리자 관리 권한은 다른 역할에 부여할 수 없습니다.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78655E-0488-4E6B-A089-04E979059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43550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52657A"/>
                </a:solidFill>
              </a:defRPr>
            </a:defPPr>
            <a:lvl1pPr>
              <a:defRPr sz="1575" b="0">
                <a:solidFill>
                  <a:srgbClr val="52657A"/>
                </a:solidFill>
              </a:defRPr>
            </a:lvl1pPr>
            <a:lvl2pPr>
              <a:defRPr sz="1575" b="0">
                <a:solidFill>
                  <a:srgbClr val="52657A"/>
                </a:solidFill>
              </a:defRPr>
            </a:lvl2pPr>
            <a:lvl3pPr>
              <a:defRPr sz="1575" b="0">
                <a:solidFill>
                  <a:srgbClr val="52657A"/>
                </a:solidFill>
              </a:defRPr>
            </a:lvl3pPr>
            <a:lvl4pPr>
              <a:defRPr sz="1575" b="0">
                <a:solidFill>
                  <a:srgbClr val="52657A"/>
                </a:solidFill>
              </a:defRPr>
            </a:lvl4pPr>
            <a:lvl5pPr>
              <a:defRPr sz="1575" b="0">
                <a:solidFill>
                  <a:srgbClr val="52657A"/>
                </a:solidFill>
              </a:defRPr>
            </a:lvl5pPr>
            <a:lvl6pPr>
              <a:defRPr sz="1575" b="0">
                <a:solidFill>
                  <a:srgbClr val="52657A"/>
                </a:solidFill>
              </a:defRPr>
            </a:lvl6pPr>
            <a:lvl7pPr>
              <a:defRPr sz="1575" b="0">
                <a:solidFill>
                  <a:srgbClr val="52657A"/>
                </a:solidFill>
              </a:defRPr>
            </a:lvl7pPr>
            <a:lvl8pPr>
              <a:defRPr sz="1575" b="0">
                <a:solidFill>
                  <a:srgbClr val="52657A"/>
                </a:solidFill>
              </a:defRPr>
            </a:lvl8pPr>
            <a:lvl9pPr>
              <a:defRPr sz="1575" b="0">
                <a:solidFill>
                  <a:srgbClr val="52657A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2657A"/>
                </a:solidFill>
              </a:defRPr>
            </a:pPr>
            <a:r>
              <a:rPr sz="1575" b="0">
                <a:solidFill>
                  <a:srgbClr val="52657A"/>
                </a:solidFill>
              </a:rPr>
              <a:t>체크박스를 바꾼 뒤 ‘변경 사항 저장’을 누르고 저장 메시지를 확인합니다.</a:t>
            </a:r>
          </a:p>
        </p:txBody>
      </p:sp>
    </p:spTree>
    <p:extLst>
      <p:ext uri="{BB962C8B-B14F-4D97-AF65-F5344CB8AC3E}">
        <p14:creationId xmlns:p14="http://schemas.microsoft.com/office/powerpoint/2010/main" val="88678023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EB82FB-9CB9-4B51-8E2B-6EAF8305A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625" b="1">
                <a:solidFill>
                  <a:srgbClr val="162840"/>
                </a:solidFill>
              </a:defRPr>
            </a:defPPr>
            <a:lvl1pPr>
              <a:defRPr sz="2625" b="1">
                <a:solidFill>
                  <a:srgbClr val="162840"/>
                </a:solidFill>
              </a:defRPr>
            </a:lvl1pPr>
            <a:lvl2pPr>
              <a:defRPr sz="2625" b="1">
                <a:solidFill>
                  <a:srgbClr val="162840"/>
                </a:solidFill>
              </a:defRPr>
            </a:lvl2pPr>
            <a:lvl3pPr>
              <a:defRPr sz="2625" b="1">
                <a:solidFill>
                  <a:srgbClr val="162840"/>
                </a:solidFill>
              </a:defRPr>
            </a:lvl3pPr>
            <a:lvl4pPr>
              <a:defRPr sz="2625" b="1">
                <a:solidFill>
                  <a:srgbClr val="162840"/>
                </a:solidFill>
              </a:defRPr>
            </a:lvl4pPr>
            <a:lvl5pPr>
              <a:defRPr sz="2625" b="1">
                <a:solidFill>
                  <a:srgbClr val="162840"/>
                </a:solidFill>
              </a:defRPr>
            </a:lvl5pPr>
            <a:lvl6pPr>
              <a:defRPr sz="2625" b="1">
                <a:solidFill>
                  <a:srgbClr val="162840"/>
                </a:solidFill>
              </a:defRPr>
            </a:lvl6pPr>
            <a:lvl7pPr>
              <a:defRPr sz="2625" b="1">
                <a:solidFill>
                  <a:srgbClr val="162840"/>
                </a:solidFill>
              </a:defRPr>
            </a:lvl7pPr>
            <a:lvl8pPr>
              <a:defRPr sz="2625" b="1">
                <a:solidFill>
                  <a:srgbClr val="162840"/>
                </a:solidFill>
              </a:defRPr>
            </a:lvl8pPr>
            <a:lvl9pPr>
              <a:defRPr sz="2625" b="1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62840"/>
                </a:solidFill>
              </a:defRPr>
            </a:pPr>
            <a:r>
              <a:rPr sz="2625" b="1">
                <a:solidFill>
                  <a:srgbClr val="162840"/>
                </a:solidFill>
              </a:rPr>
              <a:t>사용자 계정 추가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1544FA-8FCB-4EA0-A18B-7E8FD2F2E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85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0">
                <a:solidFill>
                  <a:srgbClr val="52657A"/>
                </a:solidFill>
              </a:defRPr>
            </a:defPPr>
            <a:lvl1pPr>
              <a:defRPr sz="975" b="0">
                <a:solidFill>
                  <a:srgbClr val="52657A"/>
                </a:solidFill>
              </a:defRPr>
            </a:lvl1pPr>
            <a:lvl2pPr>
              <a:defRPr sz="975" b="0">
                <a:solidFill>
                  <a:srgbClr val="52657A"/>
                </a:solidFill>
              </a:defRPr>
            </a:lvl2pPr>
            <a:lvl3pPr>
              <a:defRPr sz="975" b="0">
                <a:solidFill>
                  <a:srgbClr val="52657A"/>
                </a:solidFill>
              </a:defRPr>
            </a:lvl3pPr>
            <a:lvl4pPr>
              <a:defRPr sz="975" b="0">
                <a:solidFill>
                  <a:srgbClr val="52657A"/>
                </a:solidFill>
              </a:defRPr>
            </a:lvl4pPr>
            <a:lvl5pPr>
              <a:defRPr sz="975" b="0">
                <a:solidFill>
                  <a:srgbClr val="52657A"/>
                </a:solidFill>
              </a:defRPr>
            </a:lvl5pPr>
            <a:lvl6pPr>
              <a:defRPr sz="975" b="0">
                <a:solidFill>
                  <a:srgbClr val="52657A"/>
                </a:solidFill>
              </a:defRPr>
            </a:lvl6pPr>
            <a:lvl7pPr>
              <a:defRPr sz="975" b="0">
                <a:solidFill>
                  <a:srgbClr val="52657A"/>
                </a:solidFill>
              </a:defRPr>
            </a:lvl7pPr>
            <a:lvl8pPr>
              <a:defRPr sz="975" b="0">
                <a:solidFill>
                  <a:srgbClr val="52657A"/>
                </a:solidFill>
              </a:defRPr>
            </a:lvl8pPr>
            <a:lvl9pPr>
              <a:defRPr sz="975" b="0">
                <a:solidFill>
                  <a:srgbClr val="52657A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2657A"/>
                </a:solidFill>
              </a:defRPr>
            </a:pPr>
            <a:r>
              <a:rPr sz="975" b="0">
                <a:solidFill>
                  <a:srgbClr val="52657A"/>
                </a:solidFill>
              </a:rPr>
              <a:t>조선 AX · 관리자 매뉴얼 · 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C78CAF-3EBE-495E-9835-8917F8C78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1038225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162840"/>
                </a:solidFill>
              </a:defRPr>
            </a:defPPr>
            <a:lvl1pPr>
              <a:defRPr sz="1725" b="0">
                <a:solidFill>
                  <a:srgbClr val="162840"/>
                </a:solidFill>
              </a:defRPr>
            </a:lvl1pPr>
            <a:lvl2pPr>
              <a:defRPr sz="1725" b="0">
                <a:solidFill>
                  <a:srgbClr val="162840"/>
                </a:solidFill>
              </a:defRPr>
            </a:lvl2pPr>
            <a:lvl3pPr>
              <a:defRPr sz="1725" b="0">
                <a:solidFill>
                  <a:srgbClr val="162840"/>
                </a:solidFill>
              </a:defRPr>
            </a:lvl3pPr>
            <a:lvl4pPr>
              <a:defRPr sz="1725" b="0">
                <a:solidFill>
                  <a:srgbClr val="162840"/>
                </a:solidFill>
              </a:defRPr>
            </a:lvl4pPr>
            <a:lvl5pPr>
              <a:defRPr sz="1725" b="0">
                <a:solidFill>
                  <a:srgbClr val="162840"/>
                </a:solidFill>
              </a:defRPr>
            </a:lvl5pPr>
            <a:lvl6pPr>
              <a:defRPr sz="1725" b="0">
                <a:solidFill>
                  <a:srgbClr val="162840"/>
                </a:solidFill>
              </a:defRPr>
            </a:lvl6pPr>
            <a:lvl7pPr>
              <a:defRPr sz="1725" b="0">
                <a:solidFill>
                  <a:srgbClr val="162840"/>
                </a:solidFill>
              </a:defRPr>
            </a:lvl7pPr>
            <a:lvl8pPr>
              <a:defRPr sz="1725" b="0">
                <a:solidFill>
                  <a:srgbClr val="162840"/>
                </a:solidFill>
              </a:defRPr>
            </a:lvl8pPr>
            <a:lvl9pPr>
              <a:defRPr sz="1725" b="0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62840"/>
                </a:solidFill>
              </a:defRPr>
            </a:pPr>
            <a:r>
              <a:rPr sz="1725" b="0">
                <a:solidFill>
                  <a:srgbClr val="162840"/>
                </a:solidFill>
              </a:rPr>
              <a:t>1. 설정 → 사용자 역할 배정에서 ‘사용자 추가’ 양식을 찾습니다.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D31148-24FD-453B-B55D-9B9036F4D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86025"/>
            <a:ext cx="1038225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162840"/>
                </a:solidFill>
              </a:defRPr>
            </a:defPPr>
            <a:lvl1pPr>
              <a:defRPr sz="1725" b="0">
                <a:solidFill>
                  <a:srgbClr val="162840"/>
                </a:solidFill>
              </a:defRPr>
            </a:lvl1pPr>
            <a:lvl2pPr>
              <a:defRPr sz="1725" b="0">
                <a:solidFill>
                  <a:srgbClr val="162840"/>
                </a:solidFill>
              </a:defRPr>
            </a:lvl2pPr>
            <a:lvl3pPr>
              <a:defRPr sz="1725" b="0">
                <a:solidFill>
                  <a:srgbClr val="162840"/>
                </a:solidFill>
              </a:defRPr>
            </a:lvl3pPr>
            <a:lvl4pPr>
              <a:defRPr sz="1725" b="0">
                <a:solidFill>
                  <a:srgbClr val="162840"/>
                </a:solidFill>
              </a:defRPr>
            </a:lvl4pPr>
            <a:lvl5pPr>
              <a:defRPr sz="1725" b="0">
                <a:solidFill>
                  <a:srgbClr val="162840"/>
                </a:solidFill>
              </a:defRPr>
            </a:lvl5pPr>
            <a:lvl6pPr>
              <a:defRPr sz="1725" b="0">
                <a:solidFill>
                  <a:srgbClr val="162840"/>
                </a:solidFill>
              </a:defRPr>
            </a:lvl6pPr>
            <a:lvl7pPr>
              <a:defRPr sz="1725" b="0">
                <a:solidFill>
                  <a:srgbClr val="162840"/>
                </a:solidFill>
              </a:defRPr>
            </a:lvl7pPr>
            <a:lvl8pPr>
              <a:defRPr sz="1725" b="0">
                <a:solidFill>
                  <a:srgbClr val="162840"/>
                </a:solidFill>
              </a:defRPr>
            </a:lvl8pPr>
            <a:lvl9pPr>
              <a:defRPr sz="1725" b="0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62840"/>
                </a:solidFill>
              </a:defRPr>
            </a:pPr>
            <a:r>
              <a:rPr sz="1725" b="0">
                <a:solidFill>
                  <a:srgbClr val="162840"/>
                </a:solidFill>
              </a:rPr>
              <a:t>2. 아이디·이름·역할·12자 이상 비밀번호를 입력합니다.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B320D3-B06D-471F-B5EC-6A27915E9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43300"/>
            <a:ext cx="1038225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162840"/>
                </a:solidFill>
              </a:defRPr>
            </a:defPPr>
            <a:lvl1pPr>
              <a:defRPr sz="1725" b="0">
                <a:solidFill>
                  <a:srgbClr val="162840"/>
                </a:solidFill>
              </a:defRPr>
            </a:lvl1pPr>
            <a:lvl2pPr>
              <a:defRPr sz="1725" b="0">
                <a:solidFill>
                  <a:srgbClr val="162840"/>
                </a:solidFill>
              </a:defRPr>
            </a:lvl2pPr>
            <a:lvl3pPr>
              <a:defRPr sz="1725" b="0">
                <a:solidFill>
                  <a:srgbClr val="162840"/>
                </a:solidFill>
              </a:defRPr>
            </a:lvl3pPr>
            <a:lvl4pPr>
              <a:defRPr sz="1725" b="0">
                <a:solidFill>
                  <a:srgbClr val="162840"/>
                </a:solidFill>
              </a:defRPr>
            </a:lvl4pPr>
            <a:lvl5pPr>
              <a:defRPr sz="1725" b="0">
                <a:solidFill>
                  <a:srgbClr val="162840"/>
                </a:solidFill>
              </a:defRPr>
            </a:lvl5pPr>
            <a:lvl6pPr>
              <a:defRPr sz="1725" b="0">
                <a:solidFill>
                  <a:srgbClr val="162840"/>
                </a:solidFill>
              </a:defRPr>
            </a:lvl6pPr>
            <a:lvl7pPr>
              <a:defRPr sz="1725" b="0">
                <a:solidFill>
                  <a:srgbClr val="162840"/>
                </a:solidFill>
              </a:defRPr>
            </a:lvl7pPr>
            <a:lvl8pPr>
              <a:defRPr sz="1725" b="0">
                <a:solidFill>
                  <a:srgbClr val="162840"/>
                </a:solidFill>
              </a:defRPr>
            </a:lvl8pPr>
            <a:lvl9pPr>
              <a:defRPr sz="1725" b="0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62840"/>
                </a:solidFill>
              </a:defRPr>
            </a:pPr>
            <a:r>
              <a:rPr sz="1725" b="0">
                <a:solidFill>
                  <a:srgbClr val="162840"/>
                </a:solidFill>
              </a:rPr>
              <a:t>3. 담당 작업번호는 쉼표로 구분합니다. 실제 존재하는 번호만 허용됩니다.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454C4E-4003-4C91-9BEA-3D95DDCE6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00575"/>
            <a:ext cx="1038225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162840"/>
                </a:solidFill>
              </a:defRPr>
            </a:defPPr>
            <a:lvl1pPr>
              <a:defRPr sz="1725" b="0">
                <a:solidFill>
                  <a:srgbClr val="162840"/>
                </a:solidFill>
              </a:defRPr>
            </a:lvl1pPr>
            <a:lvl2pPr>
              <a:defRPr sz="1725" b="0">
                <a:solidFill>
                  <a:srgbClr val="162840"/>
                </a:solidFill>
              </a:defRPr>
            </a:lvl2pPr>
            <a:lvl3pPr>
              <a:defRPr sz="1725" b="0">
                <a:solidFill>
                  <a:srgbClr val="162840"/>
                </a:solidFill>
              </a:defRPr>
            </a:lvl3pPr>
            <a:lvl4pPr>
              <a:defRPr sz="1725" b="0">
                <a:solidFill>
                  <a:srgbClr val="162840"/>
                </a:solidFill>
              </a:defRPr>
            </a:lvl4pPr>
            <a:lvl5pPr>
              <a:defRPr sz="1725" b="0">
                <a:solidFill>
                  <a:srgbClr val="162840"/>
                </a:solidFill>
              </a:defRPr>
            </a:lvl5pPr>
            <a:lvl6pPr>
              <a:defRPr sz="1725" b="0">
                <a:solidFill>
                  <a:srgbClr val="162840"/>
                </a:solidFill>
              </a:defRPr>
            </a:lvl6pPr>
            <a:lvl7pPr>
              <a:defRPr sz="1725" b="0">
                <a:solidFill>
                  <a:srgbClr val="162840"/>
                </a:solidFill>
              </a:defRPr>
            </a:lvl7pPr>
            <a:lvl8pPr>
              <a:defRPr sz="1725" b="0">
                <a:solidFill>
                  <a:srgbClr val="162840"/>
                </a:solidFill>
              </a:defRPr>
            </a:lvl8pPr>
            <a:lvl9pPr>
              <a:defRPr sz="1725" b="0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62840"/>
                </a:solidFill>
              </a:defRPr>
            </a:pPr>
            <a:r>
              <a:rPr sz="1725" b="0">
                <a:solidFill>
                  <a:srgbClr val="162840"/>
                </a:solidFill>
              </a:rPr>
              <a:t>4. 활성 상태를 확인하고 저장합니다. 목록에 새 계정이 보이는지 확인합니다.</a:t>
            </a:r>
          </a:p>
        </p:txBody>
      </p:sp>
    </p:spTree>
    <p:extLst>
      <p:ext uri="{BB962C8B-B14F-4D97-AF65-F5344CB8AC3E}">
        <p14:creationId xmlns:p14="http://schemas.microsoft.com/office/powerpoint/2010/main" val="172925424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EF2625-3C04-48EC-940D-E02949C73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625" b="1">
                <a:solidFill>
                  <a:srgbClr val="162840"/>
                </a:solidFill>
              </a:defRPr>
            </a:defPPr>
            <a:lvl1pPr>
              <a:defRPr sz="2625" b="1">
                <a:solidFill>
                  <a:srgbClr val="162840"/>
                </a:solidFill>
              </a:defRPr>
            </a:lvl1pPr>
            <a:lvl2pPr>
              <a:defRPr sz="2625" b="1">
                <a:solidFill>
                  <a:srgbClr val="162840"/>
                </a:solidFill>
              </a:defRPr>
            </a:lvl2pPr>
            <a:lvl3pPr>
              <a:defRPr sz="2625" b="1">
                <a:solidFill>
                  <a:srgbClr val="162840"/>
                </a:solidFill>
              </a:defRPr>
            </a:lvl3pPr>
            <a:lvl4pPr>
              <a:defRPr sz="2625" b="1">
                <a:solidFill>
                  <a:srgbClr val="162840"/>
                </a:solidFill>
              </a:defRPr>
            </a:lvl4pPr>
            <a:lvl5pPr>
              <a:defRPr sz="2625" b="1">
                <a:solidFill>
                  <a:srgbClr val="162840"/>
                </a:solidFill>
              </a:defRPr>
            </a:lvl5pPr>
            <a:lvl6pPr>
              <a:defRPr sz="2625" b="1">
                <a:solidFill>
                  <a:srgbClr val="162840"/>
                </a:solidFill>
              </a:defRPr>
            </a:lvl6pPr>
            <a:lvl7pPr>
              <a:defRPr sz="2625" b="1">
                <a:solidFill>
                  <a:srgbClr val="162840"/>
                </a:solidFill>
              </a:defRPr>
            </a:lvl7pPr>
            <a:lvl8pPr>
              <a:defRPr sz="2625" b="1">
                <a:solidFill>
                  <a:srgbClr val="162840"/>
                </a:solidFill>
              </a:defRPr>
            </a:lvl8pPr>
            <a:lvl9pPr>
              <a:defRPr sz="2625" b="1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62840"/>
                </a:solidFill>
              </a:defRPr>
            </a:pPr>
            <a:r>
              <a:rPr sz="2625" b="1">
                <a:solidFill>
                  <a:srgbClr val="162840"/>
                </a:solidFill>
              </a:rPr>
              <a:t>사용자 수정과 담당 작업 배정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436A26-932B-4AEA-A680-DEE0E9C86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85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0">
                <a:solidFill>
                  <a:srgbClr val="52657A"/>
                </a:solidFill>
              </a:defRPr>
            </a:defPPr>
            <a:lvl1pPr>
              <a:defRPr sz="975" b="0">
                <a:solidFill>
                  <a:srgbClr val="52657A"/>
                </a:solidFill>
              </a:defRPr>
            </a:lvl1pPr>
            <a:lvl2pPr>
              <a:defRPr sz="975" b="0">
                <a:solidFill>
                  <a:srgbClr val="52657A"/>
                </a:solidFill>
              </a:defRPr>
            </a:lvl2pPr>
            <a:lvl3pPr>
              <a:defRPr sz="975" b="0">
                <a:solidFill>
                  <a:srgbClr val="52657A"/>
                </a:solidFill>
              </a:defRPr>
            </a:lvl3pPr>
            <a:lvl4pPr>
              <a:defRPr sz="975" b="0">
                <a:solidFill>
                  <a:srgbClr val="52657A"/>
                </a:solidFill>
              </a:defRPr>
            </a:lvl4pPr>
            <a:lvl5pPr>
              <a:defRPr sz="975" b="0">
                <a:solidFill>
                  <a:srgbClr val="52657A"/>
                </a:solidFill>
              </a:defRPr>
            </a:lvl5pPr>
            <a:lvl6pPr>
              <a:defRPr sz="975" b="0">
                <a:solidFill>
                  <a:srgbClr val="52657A"/>
                </a:solidFill>
              </a:defRPr>
            </a:lvl6pPr>
            <a:lvl7pPr>
              <a:defRPr sz="975" b="0">
                <a:solidFill>
                  <a:srgbClr val="52657A"/>
                </a:solidFill>
              </a:defRPr>
            </a:lvl7pPr>
            <a:lvl8pPr>
              <a:defRPr sz="975" b="0">
                <a:solidFill>
                  <a:srgbClr val="52657A"/>
                </a:solidFill>
              </a:defRPr>
            </a:lvl8pPr>
            <a:lvl9pPr>
              <a:defRPr sz="975" b="0">
                <a:solidFill>
                  <a:srgbClr val="52657A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2657A"/>
                </a:solidFill>
              </a:defRPr>
            </a:pPr>
            <a:r>
              <a:rPr sz="975" b="0">
                <a:solidFill>
                  <a:srgbClr val="52657A"/>
                </a:solidFill>
              </a:rPr>
              <a:t>조선 AX · 관리자 매뉴얼 · 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2383F4-2BAB-4D4D-9C54-D8115E029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38250"/>
            <a:ext cx="103822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0">
                <a:solidFill>
                  <a:srgbClr val="162840"/>
                </a:solidFill>
              </a:defRPr>
            </a:defPPr>
            <a:lvl1pPr>
              <a:defRPr sz="1650" b="0">
                <a:solidFill>
                  <a:srgbClr val="162840"/>
                </a:solidFill>
              </a:defRPr>
            </a:lvl1pPr>
            <a:lvl2pPr>
              <a:defRPr sz="1650" b="0">
                <a:solidFill>
                  <a:srgbClr val="162840"/>
                </a:solidFill>
              </a:defRPr>
            </a:lvl2pPr>
            <a:lvl3pPr>
              <a:defRPr sz="1650" b="0">
                <a:solidFill>
                  <a:srgbClr val="162840"/>
                </a:solidFill>
              </a:defRPr>
            </a:lvl3pPr>
            <a:lvl4pPr>
              <a:defRPr sz="1650" b="0">
                <a:solidFill>
                  <a:srgbClr val="162840"/>
                </a:solidFill>
              </a:defRPr>
            </a:lvl4pPr>
            <a:lvl5pPr>
              <a:defRPr sz="1650" b="0">
                <a:solidFill>
                  <a:srgbClr val="162840"/>
                </a:solidFill>
              </a:defRPr>
            </a:lvl5pPr>
            <a:lvl6pPr>
              <a:defRPr sz="1650" b="0">
                <a:solidFill>
                  <a:srgbClr val="162840"/>
                </a:solidFill>
              </a:defRPr>
            </a:lvl6pPr>
            <a:lvl7pPr>
              <a:defRPr sz="1650" b="0">
                <a:solidFill>
                  <a:srgbClr val="162840"/>
                </a:solidFill>
              </a:defRPr>
            </a:lvl7pPr>
            <a:lvl8pPr>
              <a:defRPr sz="1650" b="0">
                <a:solidFill>
                  <a:srgbClr val="162840"/>
                </a:solidFill>
              </a:defRPr>
            </a:lvl8pPr>
            <a:lvl9pPr>
              <a:defRPr sz="1650" b="0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62840"/>
                </a:solidFill>
              </a:defRPr>
            </a:pPr>
            <a:r>
              <a:rPr sz="1650" b="0">
                <a:solidFill>
                  <a:srgbClr val="162840"/>
                </a:solidFill>
              </a:rPr>
              <a:t>1. 목록에서 대상 사용자의 ‘수정’을 누르면 양식에 현재 값이 채워집니다.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D46C77-D10D-4B9D-84E2-997B3B8F0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81225"/>
            <a:ext cx="103822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0">
                <a:solidFill>
                  <a:srgbClr val="162840"/>
                </a:solidFill>
              </a:defRPr>
            </a:defPPr>
            <a:lvl1pPr>
              <a:defRPr sz="1650" b="0">
                <a:solidFill>
                  <a:srgbClr val="162840"/>
                </a:solidFill>
              </a:defRPr>
            </a:lvl1pPr>
            <a:lvl2pPr>
              <a:defRPr sz="1650" b="0">
                <a:solidFill>
                  <a:srgbClr val="162840"/>
                </a:solidFill>
              </a:defRPr>
            </a:lvl2pPr>
            <a:lvl3pPr>
              <a:defRPr sz="1650" b="0">
                <a:solidFill>
                  <a:srgbClr val="162840"/>
                </a:solidFill>
              </a:defRPr>
            </a:lvl3pPr>
            <a:lvl4pPr>
              <a:defRPr sz="1650" b="0">
                <a:solidFill>
                  <a:srgbClr val="162840"/>
                </a:solidFill>
              </a:defRPr>
            </a:lvl4pPr>
            <a:lvl5pPr>
              <a:defRPr sz="1650" b="0">
                <a:solidFill>
                  <a:srgbClr val="162840"/>
                </a:solidFill>
              </a:defRPr>
            </a:lvl5pPr>
            <a:lvl6pPr>
              <a:defRPr sz="1650" b="0">
                <a:solidFill>
                  <a:srgbClr val="162840"/>
                </a:solidFill>
              </a:defRPr>
            </a:lvl6pPr>
            <a:lvl7pPr>
              <a:defRPr sz="1650" b="0">
                <a:solidFill>
                  <a:srgbClr val="162840"/>
                </a:solidFill>
              </a:defRPr>
            </a:lvl7pPr>
            <a:lvl8pPr>
              <a:defRPr sz="1650" b="0">
                <a:solidFill>
                  <a:srgbClr val="162840"/>
                </a:solidFill>
              </a:defRPr>
            </a:lvl8pPr>
            <a:lvl9pPr>
              <a:defRPr sz="1650" b="0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62840"/>
                </a:solidFill>
              </a:defRPr>
            </a:pPr>
            <a:r>
              <a:rPr sz="1650" b="0">
                <a:solidFill>
                  <a:srgbClr val="162840"/>
                </a:solidFill>
              </a:rPr>
              <a:t>2. 이름·역할·담당 작업·활성 상태를 바꿉니다. 아이디는 수정할 수 없습니다.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E2D4FD-7FC4-4607-A2A8-CF5AB81E8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24200"/>
            <a:ext cx="103822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0">
                <a:solidFill>
                  <a:srgbClr val="162840"/>
                </a:solidFill>
              </a:defRPr>
            </a:defPPr>
            <a:lvl1pPr>
              <a:defRPr sz="1650" b="0">
                <a:solidFill>
                  <a:srgbClr val="162840"/>
                </a:solidFill>
              </a:defRPr>
            </a:lvl1pPr>
            <a:lvl2pPr>
              <a:defRPr sz="1650" b="0">
                <a:solidFill>
                  <a:srgbClr val="162840"/>
                </a:solidFill>
              </a:defRPr>
            </a:lvl2pPr>
            <a:lvl3pPr>
              <a:defRPr sz="1650" b="0">
                <a:solidFill>
                  <a:srgbClr val="162840"/>
                </a:solidFill>
              </a:defRPr>
            </a:lvl3pPr>
            <a:lvl4pPr>
              <a:defRPr sz="1650" b="0">
                <a:solidFill>
                  <a:srgbClr val="162840"/>
                </a:solidFill>
              </a:defRPr>
            </a:lvl4pPr>
            <a:lvl5pPr>
              <a:defRPr sz="1650" b="0">
                <a:solidFill>
                  <a:srgbClr val="162840"/>
                </a:solidFill>
              </a:defRPr>
            </a:lvl5pPr>
            <a:lvl6pPr>
              <a:defRPr sz="1650" b="0">
                <a:solidFill>
                  <a:srgbClr val="162840"/>
                </a:solidFill>
              </a:defRPr>
            </a:lvl6pPr>
            <a:lvl7pPr>
              <a:defRPr sz="1650" b="0">
                <a:solidFill>
                  <a:srgbClr val="162840"/>
                </a:solidFill>
              </a:defRPr>
            </a:lvl7pPr>
            <a:lvl8pPr>
              <a:defRPr sz="1650" b="0">
                <a:solidFill>
                  <a:srgbClr val="162840"/>
                </a:solidFill>
              </a:defRPr>
            </a:lvl8pPr>
            <a:lvl9pPr>
              <a:defRPr sz="1650" b="0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62840"/>
                </a:solidFill>
              </a:defRPr>
            </a:pPr>
            <a:r>
              <a:rPr sz="1650" b="0">
                <a:solidFill>
                  <a:srgbClr val="162840"/>
                </a:solidFill>
              </a:rPr>
              <a:t>3. 비밀번호를 바꾸지 않을 때는 입력칸을 비워 둡니다.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89311D-EBE6-4359-A4B8-F814DB106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67175"/>
            <a:ext cx="103822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0">
                <a:solidFill>
                  <a:srgbClr val="162840"/>
                </a:solidFill>
              </a:defRPr>
            </a:defPPr>
            <a:lvl1pPr>
              <a:defRPr sz="1650" b="0">
                <a:solidFill>
                  <a:srgbClr val="162840"/>
                </a:solidFill>
              </a:defRPr>
            </a:lvl1pPr>
            <a:lvl2pPr>
              <a:defRPr sz="1650" b="0">
                <a:solidFill>
                  <a:srgbClr val="162840"/>
                </a:solidFill>
              </a:defRPr>
            </a:lvl2pPr>
            <a:lvl3pPr>
              <a:defRPr sz="1650" b="0">
                <a:solidFill>
                  <a:srgbClr val="162840"/>
                </a:solidFill>
              </a:defRPr>
            </a:lvl3pPr>
            <a:lvl4pPr>
              <a:defRPr sz="1650" b="0">
                <a:solidFill>
                  <a:srgbClr val="162840"/>
                </a:solidFill>
              </a:defRPr>
            </a:lvl4pPr>
            <a:lvl5pPr>
              <a:defRPr sz="1650" b="0">
                <a:solidFill>
                  <a:srgbClr val="162840"/>
                </a:solidFill>
              </a:defRPr>
            </a:lvl5pPr>
            <a:lvl6pPr>
              <a:defRPr sz="1650" b="0">
                <a:solidFill>
                  <a:srgbClr val="162840"/>
                </a:solidFill>
              </a:defRPr>
            </a:lvl6pPr>
            <a:lvl7pPr>
              <a:defRPr sz="1650" b="0">
                <a:solidFill>
                  <a:srgbClr val="162840"/>
                </a:solidFill>
              </a:defRPr>
            </a:lvl7pPr>
            <a:lvl8pPr>
              <a:defRPr sz="1650" b="0">
                <a:solidFill>
                  <a:srgbClr val="162840"/>
                </a:solidFill>
              </a:defRPr>
            </a:lvl8pPr>
            <a:lvl9pPr>
              <a:defRPr sz="1650" b="0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62840"/>
                </a:solidFill>
              </a:defRPr>
            </a:pPr>
            <a:r>
              <a:rPr sz="1650" b="0">
                <a:solidFill>
                  <a:srgbClr val="162840"/>
                </a:solidFill>
              </a:rPr>
              <a:t>4. 역할·활성·비밀번호를 변경하면 기존 세션이 무효화됩니다.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985569-8711-4D2B-81E6-70B9A350D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103822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0">
                <a:solidFill>
                  <a:srgbClr val="162840"/>
                </a:solidFill>
              </a:defRPr>
            </a:defPPr>
            <a:lvl1pPr>
              <a:defRPr sz="1650" b="0">
                <a:solidFill>
                  <a:srgbClr val="162840"/>
                </a:solidFill>
              </a:defRPr>
            </a:lvl1pPr>
            <a:lvl2pPr>
              <a:defRPr sz="1650" b="0">
                <a:solidFill>
                  <a:srgbClr val="162840"/>
                </a:solidFill>
              </a:defRPr>
            </a:lvl2pPr>
            <a:lvl3pPr>
              <a:defRPr sz="1650" b="0">
                <a:solidFill>
                  <a:srgbClr val="162840"/>
                </a:solidFill>
              </a:defRPr>
            </a:lvl3pPr>
            <a:lvl4pPr>
              <a:defRPr sz="1650" b="0">
                <a:solidFill>
                  <a:srgbClr val="162840"/>
                </a:solidFill>
              </a:defRPr>
            </a:lvl4pPr>
            <a:lvl5pPr>
              <a:defRPr sz="1650" b="0">
                <a:solidFill>
                  <a:srgbClr val="162840"/>
                </a:solidFill>
              </a:defRPr>
            </a:lvl5pPr>
            <a:lvl6pPr>
              <a:defRPr sz="1650" b="0">
                <a:solidFill>
                  <a:srgbClr val="162840"/>
                </a:solidFill>
              </a:defRPr>
            </a:lvl6pPr>
            <a:lvl7pPr>
              <a:defRPr sz="1650" b="0">
                <a:solidFill>
                  <a:srgbClr val="162840"/>
                </a:solidFill>
              </a:defRPr>
            </a:lvl7pPr>
            <a:lvl8pPr>
              <a:defRPr sz="1650" b="0">
                <a:solidFill>
                  <a:srgbClr val="162840"/>
                </a:solidFill>
              </a:defRPr>
            </a:lvl8pPr>
            <a:lvl9pPr>
              <a:defRPr sz="1650" b="0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62840"/>
                </a:solidFill>
              </a:defRPr>
            </a:pPr>
            <a:r>
              <a:rPr sz="1650" b="0">
                <a:solidFill>
                  <a:srgbClr val="162840"/>
                </a:solidFill>
              </a:rPr>
              <a:t>5. 마지막 활성 관리자는 강등하거나 비활성화할 수 없습니다.</a:t>
            </a:r>
          </a:p>
        </p:txBody>
      </p:sp>
    </p:spTree>
    <p:extLst>
      <p:ext uri="{BB962C8B-B14F-4D97-AF65-F5344CB8AC3E}">
        <p14:creationId xmlns:p14="http://schemas.microsoft.com/office/powerpoint/2010/main" val="175726347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86EF61-2B2C-4BDB-BA95-28861247F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625" b="1">
                <a:solidFill>
                  <a:srgbClr val="162840"/>
                </a:solidFill>
              </a:defRPr>
            </a:defPPr>
            <a:lvl1pPr>
              <a:defRPr sz="2625" b="1">
                <a:solidFill>
                  <a:srgbClr val="162840"/>
                </a:solidFill>
              </a:defRPr>
            </a:lvl1pPr>
            <a:lvl2pPr>
              <a:defRPr sz="2625" b="1">
                <a:solidFill>
                  <a:srgbClr val="162840"/>
                </a:solidFill>
              </a:defRPr>
            </a:lvl2pPr>
            <a:lvl3pPr>
              <a:defRPr sz="2625" b="1">
                <a:solidFill>
                  <a:srgbClr val="162840"/>
                </a:solidFill>
              </a:defRPr>
            </a:lvl3pPr>
            <a:lvl4pPr>
              <a:defRPr sz="2625" b="1">
                <a:solidFill>
                  <a:srgbClr val="162840"/>
                </a:solidFill>
              </a:defRPr>
            </a:lvl4pPr>
            <a:lvl5pPr>
              <a:defRPr sz="2625" b="1">
                <a:solidFill>
                  <a:srgbClr val="162840"/>
                </a:solidFill>
              </a:defRPr>
            </a:lvl5pPr>
            <a:lvl6pPr>
              <a:defRPr sz="2625" b="1">
                <a:solidFill>
                  <a:srgbClr val="162840"/>
                </a:solidFill>
              </a:defRPr>
            </a:lvl6pPr>
            <a:lvl7pPr>
              <a:defRPr sz="2625" b="1">
                <a:solidFill>
                  <a:srgbClr val="162840"/>
                </a:solidFill>
              </a:defRPr>
            </a:lvl7pPr>
            <a:lvl8pPr>
              <a:defRPr sz="2625" b="1">
                <a:solidFill>
                  <a:srgbClr val="162840"/>
                </a:solidFill>
              </a:defRPr>
            </a:lvl8pPr>
            <a:lvl9pPr>
              <a:defRPr sz="2625" b="1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62840"/>
                </a:solidFill>
              </a:defRPr>
            </a:pPr>
            <a:r>
              <a:rPr sz="2625" b="1">
                <a:solidFill>
                  <a:srgbClr val="162840"/>
                </a:solidFill>
              </a:rPr>
              <a:t>감사 이력 조회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1AEAEA-2290-41FA-BADD-4F3BF3BD9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85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0">
                <a:solidFill>
                  <a:srgbClr val="52657A"/>
                </a:solidFill>
              </a:defRPr>
            </a:defPPr>
            <a:lvl1pPr>
              <a:defRPr sz="975" b="0">
                <a:solidFill>
                  <a:srgbClr val="52657A"/>
                </a:solidFill>
              </a:defRPr>
            </a:lvl1pPr>
            <a:lvl2pPr>
              <a:defRPr sz="975" b="0">
                <a:solidFill>
                  <a:srgbClr val="52657A"/>
                </a:solidFill>
              </a:defRPr>
            </a:lvl2pPr>
            <a:lvl3pPr>
              <a:defRPr sz="975" b="0">
                <a:solidFill>
                  <a:srgbClr val="52657A"/>
                </a:solidFill>
              </a:defRPr>
            </a:lvl3pPr>
            <a:lvl4pPr>
              <a:defRPr sz="975" b="0">
                <a:solidFill>
                  <a:srgbClr val="52657A"/>
                </a:solidFill>
              </a:defRPr>
            </a:lvl4pPr>
            <a:lvl5pPr>
              <a:defRPr sz="975" b="0">
                <a:solidFill>
                  <a:srgbClr val="52657A"/>
                </a:solidFill>
              </a:defRPr>
            </a:lvl5pPr>
            <a:lvl6pPr>
              <a:defRPr sz="975" b="0">
                <a:solidFill>
                  <a:srgbClr val="52657A"/>
                </a:solidFill>
              </a:defRPr>
            </a:lvl6pPr>
            <a:lvl7pPr>
              <a:defRPr sz="975" b="0">
                <a:solidFill>
                  <a:srgbClr val="52657A"/>
                </a:solidFill>
              </a:defRPr>
            </a:lvl7pPr>
            <a:lvl8pPr>
              <a:defRPr sz="975" b="0">
                <a:solidFill>
                  <a:srgbClr val="52657A"/>
                </a:solidFill>
              </a:defRPr>
            </a:lvl8pPr>
            <a:lvl9pPr>
              <a:defRPr sz="975" b="0">
                <a:solidFill>
                  <a:srgbClr val="52657A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2657A"/>
                </a:solidFill>
              </a:defRPr>
            </a:pPr>
            <a:r>
              <a:rPr sz="975" b="0">
                <a:solidFill>
                  <a:srgbClr val="52657A"/>
                </a:solidFill>
              </a:rPr>
              <a:t>조선 AX · 관리자 매뉴얼 · 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827DFF-CE6A-49FC-AC1E-3CF1FFBE2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103822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162840"/>
                </a:solidFill>
              </a:defRPr>
            </a:defPPr>
            <a:lvl1pPr>
              <a:defRPr sz="1725" b="0">
                <a:solidFill>
                  <a:srgbClr val="162840"/>
                </a:solidFill>
              </a:defRPr>
            </a:lvl1pPr>
            <a:lvl2pPr>
              <a:defRPr sz="1725" b="0">
                <a:solidFill>
                  <a:srgbClr val="162840"/>
                </a:solidFill>
              </a:defRPr>
            </a:lvl2pPr>
            <a:lvl3pPr>
              <a:defRPr sz="1725" b="0">
                <a:solidFill>
                  <a:srgbClr val="162840"/>
                </a:solidFill>
              </a:defRPr>
            </a:lvl3pPr>
            <a:lvl4pPr>
              <a:defRPr sz="1725" b="0">
                <a:solidFill>
                  <a:srgbClr val="162840"/>
                </a:solidFill>
              </a:defRPr>
            </a:lvl4pPr>
            <a:lvl5pPr>
              <a:defRPr sz="1725" b="0">
                <a:solidFill>
                  <a:srgbClr val="162840"/>
                </a:solidFill>
              </a:defRPr>
            </a:lvl5pPr>
            <a:lvl6pPr>
              <a:defRPr sz="1725" b="0">
                <a:solidFill>
                  <a:srgbClr val="162840"/>
                </a:solidFill>
              </a:defRPr>
            </a:lvl6pPr>
            <a:lvl7pPr>
              <a:defRPr sz="1725" b="0">
                <a:solidFill>
                  <a:srgbClr val="162840"/>
                </a:solidFill>
              </a:defRPr>
            </a:lvl7pPr>
            <a:lvl8pPr>
              <a:defRPr sz="1725" b="0">
                <a:solidFill>
                  <a:srgbClr val="162840"/>
                </a:solidFill>
              </a:defRPr>
            </a:lvl8pPr>
            <a:lvl9pPr>
              <a:defRPr sz="1725" b="0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62840"/>
                </a:solidFill>
              </a:defRPr>
            </a:pPr>
            <a:r>
              <a:rPr sz="1725" b="0">
                <a:solidFill>
                  <a:srgbClr val="162840"/>
                </a:solidFill>
              </a:rPr>
              <a:t>1. 설정 → 감사 이력에서 수행자 ID, 작업, 대상, 날짜를 입력합니다.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8E5342-751E-44EB-87B7-3743A7803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05075"/>
            <a:ext cx="103822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162840"/>
                </a:solidFill>
              </a:defRPr>
            </a:defPPr>
            <a:lvl1pPr>
              <a:defRPr sz="1725" b="0">
                <a:solidFill>
                  <a:srgbClr val="162840"/>
                </a:solidFill>
              </a:defRPr>
            </a:lvl1pPr>
            <a:lvl2pPr>
              <a:defRPr sz="1725" b="0">
                <a:solidFill>
                  <a:srgbClr val="162840"/>
                </a:solidFill>
              </a:defRPr>
            </a:lvl2pPr>
            <a:lvl3pPr>
              <a:defRPr sz="1725" b="0">
                <a:solidFill>
                  <a:srgbClr val="162840"/>
                </a:solidFill>
              </a:defRPr>
            </a:lvl3pPr>
            <a:lvl4pPr>
              <a:defRPr sz="1725" b="0">
                <a:solidFill>
                  <a:srgbClr val="162840"/>
                </a:solidFill>
              </a:defRPr>
            </a:lvl4pPr>
            <a:lvl5pPr>
              <a:defRPr sz="1725" b="0">
                <a:solidFill>
                  <a:srgbClr val="162840"/>
                </a:solidFill>
              </a:defRPr>
            </a:lvl5pPr>
            <a:lvl6pPr>
              <a:defRPr sz="1725" b="0">
                <a:solidFill>
                  <a:srgbClr val="162840"/>
                </a:solidFill>
              </a:defRPr>
            </a:lvl6pPr>
            <a:lvl7pPr>
              <a:defRPr sz="1725" b="0">
                <a:solidFill>
                  <a:srgbClr val="162840"/>
                </a:solidFill>
              </a:defRPr>
            </a:lvl7pPr>
            <a:lvl8pPr>
              <a:defRPr sz="1725" b="0">
                <a:solidFill>
                  <a:srgbClr val="162840"/>
                </a:solidFill>
              </a:defRPr>
            </a:lvl8pPr>
            <a:lvl9pPr>
              <a:defRPr sz="1725" b="0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62840"/>
                </a:solidFill>
              </a:defRPr>
            </a:pPr>
            <a:r>
              <a:rPr sz="1725" b="0">
                <a:solidFill>
                  <a:srgbClr val="162840"/>
                </a:solidFill>
              </a:rPr>
              <a:t>2. ‘조회’를 누르면 조건에 맞는 최근 기록 최대 200건을 봅니다.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1D892D-055D-4136-9FE3-490D35BE2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81400"/>
            <a:ext cx="103822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162840"/>
                </a:solidFill>
              </a:defRPr>
            </a:defPPr>
            <a:lvl1pPr>
              <a:defRPr sz="1725" b="0">
                <a:solidFill>
                  <a:srgbClr val="162840"/>
                </a:solidFill>
              </a:defRPr>
            </a:lvl1pPr>
            <a:lvl2pPr>
              <a:defRPr sz="1725" b="0">
                <a:solidFill>
                  <a:srgbClr val="162840"/>
                </a:solidFill>
              </a:defRPr>
            </a:lvl2pPr>
            <a:lvl3pPr>
              <a:defRPr sz="1725" b="0">
                <a:solidFill>
                  <a:srgbClr val="162840"/>
                </a:solidFill>
              </a:defRPr>
            </a:lvl3pPr>
            <a:lvl4pPr>
              <a:defRPr sz="1725" b="0">
                <a:solidFill>
                  <a:srgbClr val="162840"/>
                </a:solidFill>
              </a:defRPr>
            </a:lvl4pPr>
            <a:lvl5pPr>
              <a:defRPr sz="1725" b="0">
                <a:solidFill>
                  <a:srgbClr val="162840"/>
                </a:solidFill>
              </a:defRPr>
            </a:lvl5pPr>
            <a:lvl6pPr>
              <a:defRPr sz="1725" b="0">
                <a:solidFill>
                  <a:srgbClr val="162840"/>
                </a:solidFill>
              </a:defRPr>
            </a:lvl6pPr>
            <a:lvl7pPr>
              <a:defRPr sz="1725" b="0">
                <a:solidFill>
                  <a:srgbClr val="162840"/>
                </a:solidFill>
              </a:defRPr>
            </a:lvl7pPr>
            <a:lvl8pPr>
              <a:defRPr sz="1725" b="0">
                <a:solidFill>
                  <a:srgbClr val="162840"/>
                </a:solidFill>
              </a:defRPr>
            </a:lvl8pPr>
            <a:lvl9pPr>
              <a:defRPr sz="1725" b="0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62840"/>
                </a:solidFill>
              </a:defRPr>
            </a:pPr>
            <a:r>
              <a:rPr sz="1725" b="0">
                <a:solidFill>
                  <a:srgbClr val="162840"/>
                </a:solidFill>
              </a:rPr>
              <a:t>3. 행의 ‘보기’를 열어 변경 전·후 데이터를 확인합니다.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AF103B-2420-4CFD-801A-4907E7C51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57725"/>
            <a:ext cx="103822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162840"/>
                </a:solidFill>
              </a:defRPr>
            </a:defPPr>
            <a:lvl1pPr>
              <a:defRPr sz="1725" b="0">
                <a:solidFill>
                  <a:srgbClr val="162840"/>
                </a:solidFill>
              </a:defRPr>
            </a:lvl1pPr>
            <a:lvl2pPr>
              <a:defRPr sz="1725" b="0">
                <a:solidFill>
                  <a:srgbClr val="162840"/>
                </a:solidFill>
              </a:defRPr>
            </a:lvl2pPr>
            <a:lvl3pPr>
              <a:defRPr sz="1725" b="0">
                <a:solidFill>
                  <a:srgbClr val="162840"/>
                </a:solidFill>
              </a:defRPr>
            </a:lvl3pPr>
            <a:lvl4pPr>
              <a:defRPr sz="1725" b="0">
                <a:solidFill>
                  <a:srgbClr val="162840"/>
                </a:solidFill>
              </a:defRPr>
            </a:lvl4pPr>
            <a:lvl5pPr>
              <a:defRPr sz="1725" b="0">
                <a:solidFill>
                  <a:srgbClr val="162840"/>
                </a:solidFill>
              </a:defRPr>
            </a:lvl5pPr>
            <a:lvl6pPr>
              <a:defRPr sz="1725" b="0">
                <a:solidFill>
                  <a:srgbClr val="162840"/>
                </a:solidFill>
              </a:defRPr>
            </a:lvl6pPr>
            <a:lvl7pPr>
              <a:defRPr sz="1725" b="0">
                <a:solidFill>
                  <a:srgbClr val="162840"/>
                </a:solidFill>
              </a:defRPr>
            </a:lvl7pPr>
            <a:lvl8pPr>
              <a:defRPr sz="1725" b="0">
                <a:solidFill>
                  <a:srgbClr val="162840"/>
                </a:solidFill>
              </a:defRPr>
            </a:lvl8pPr>
            <a:lvl9pPr>
              <a:defRPr sz="1725" b="0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62840"/>
                </a:solidFill>
              </a:defRPr>
            </a:pPr>
            <a:r>
              <a:rPr sz="1725" b="0">
                <a:solidFill>
                  <a:srgbClr val="162840"/>
                </a:solidFill>
              </a:rPr>
              <a:t>4. 계정·권한 변경, 업로드, 초기화·복원, 배치 저장의 기록을 대조합니다.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6EB70B-862F-4A94-8E81-2FB8B062C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6262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0">
                <a:solidFill>
                  <a:srgbClr val="52657A"/>
                </a:solidFill>
              </a:defRPr>
            </a:defPPr>
            <a:lvl1pPr>
              <a:defRPr sz="1425" b="0">
                <a:solidFill>
                  <a:srgbClr val="52657A"/>
                </a:solidFill>
              </a:defRPr>
            </a:lvl1pPr>
            <a:lvl2pPr>
              <a:defRPr sz="1425" b="0">
                <a:solidFill>
                  <a:srgbClr val="52657A"/>
                </a:solidFill>
              </a:defRPr>
            </a:lvl2pPr>
            <a:lvl3pPr>
              <a:defRPr sz="1425" b="0">
                <a:solidFill>
                  <a:srgbClr val="52657A"/>
                </a:solidFill>
              </a:defRPr>
            </a:lvl3pPr>
            <a:lvl4pPr>
              <a:defRPr sz="1425" b="0">
                <a:solidFill>
                  <a:srgbClr val="52657A"/>
                </a:solidFill>
              </a:defRPr>
            </a:lvl4pPr>
            <a:lvl5pPr>
              <a:defRPr sz="1425" b="0">
                <a:solidFill>
                  <a:srgbClr val="52657A"/>
                </a:solidFill>
              </a:defRPr>
            </a:lvl5pPr>
            <a:lvl6pPr>
              <a:defRPr sz="1425" b="0">
                <a:solidFill>
                  <a:srgbClr val="52657A"/>
                </a:solidFill>
              </a:defRPr>
            </a:lvl6pPr>
            <a:lvl7pPr>
              <a:defRPr sz="1425" b="0">
                <a:solidFill>
                  <a:srgbClr val="52657A"/>
                </a:solidFill>
              </a:defRPr>
            </a:lvl7pPr>
            <a:lvl8pPr>
              <a:defRPr sz="1425" b="0">
                <a:solidFill>
                  <a:srgbClr val="52657A"/>
                </a:solidFill>
              </a:defRPr>
            </a:lvl8pPr>
            <a:lvl9pPr>
              <a:defRPr sz="1425" b="0">
                <a:solidFill>
                  <a:srgbClr val="52657A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57A"/>
                </a:solidFill>
              </a:defRPr>
            </a:pPr>
            <a:r>
              <a:rPr sz="1425" b="0">
                <a:solidFill>
                  <a:srgbClr val="52657A"/>
                </a:solidFill>
              </a:rPr>
              <a:t>실패하거나 권한이 거부된 요청은 현재 감사 이력에 남지 않습니다.</a:t>
            </a:r>
          </a:p>
        </p:txBody>
      </p:sp>
    </p:spTree>
    <p:extLst>
      <p:ext uri="{BB962C8B-B14F-4D97-AF65-F5344CB8AC3E}">
        <p14:creationId xmlns:p14="http://schemas.microsoft.com/office/powerpoint/2010/main" val="85271487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AC81CB-EEEE-4427-AA4C-DB3954EAD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625" b="1">
                <a:solidFill>
                  <a:srgbClr val="162840"/>
                </a:solidFill>
              </a:defRPr>
            </a:defPPr>
            <a:lvl1pPr>
              <a:defRPr sz="2625" b="1">
                <a:solidFill>
                  <a:srgbClr val="162840"/>
                </a:solidFill>
              </a:defRPr>
            </a:lvl1pPr>
            <a:lvl2pPr>
              <a:defRPr sz="2625" b="1">
                <a:solidFill>
                  <a:srgbClr val="162840"/>
                </a:solidFill>
              </a:defRPr>
            </a:lvl2pPr>
            <a:lvl3pPr>
              <a:defRPr sz="2625" b="1">
                <a:solidFill>
                  <a:srgbClr val="162840"/>
                </a:solidFill>
              </a:defRPr>
            </a:lvl3pPr>
            <a:lvl4pPr>
              <a:defRPr sz="2625" b="1">
                <a:solidFill>
                  <a:srgbClr val="162840"/>
                </a:solidFill>
              </a:defRPr>
            </a:lvl4pPr>
            <a:lvl5pPr>
              <a:defRPr sz="2625" b="1">
                <a:solidFill>
                  <a:srgbClr val="162840"/>
                </a:solidFill>
              </a:defRPr>
            </a:lvl5pPr>
            <a:lvl6pPr>
              <a:defRPr sz="2625" b="1">
                <a:solidFill>
                  <a:srgbClr val="162840"/>
                </a:solidFill>
              </a:defRPr>
            </a:lvl6pPr>
            <a:lvl7pPr>
              <a:defRPr sz="2625" b="1">
                <a:solidFill>
                  <a:srgbClr val="162840"/>
                </a:solidFill>
              </a:defRPr>
            </a:lvl7pPr>
            <a:lvl8pPr>
              <a:defRPr sz="2625" b="1">
                <a:solidFill>
                  <a:srgbClr val="162840"/>
                </a:solidFill>
              </a:defRPr>
            </a:lvl8pPr>
            <a:lvl9pPr>
              <a:defRPr sz="2625" b="1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62840"/>
                </a:solidFill>
              </a:defRPr>
            </a:pPr>
            <a:r>
              <a:rPr sz="2625" b="1">
                <a:solidFill>
                  <a:srgbClr val="162840"/>
                </a:solidFill>
              </a:rPr>
              <a:t>CSV 업로드: 파일과 대상 확인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B88A4B-8A8C-443C-9EAA-AB52D2629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85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0">
                <a:solidFill>
                  <a:srgbClr val="52657A"/>
                </a:solidFill>
              </a:defRPr>
            </a:defPPr>
            <a:lvl1pPr>
              <a:defRPr sz="975" b="0">
                <a:solidFill>
                  <a:srgbClr val="52657A"/>
                </a:solidFill>
              </a:defRPr>
            </a:lvl1pPr>
            <a:lvl2pPr>
              <a:defRPr sz="975" b="0">
                <a:solidFill>
                  <a:srgbClr val="52657A"/>
                </a:solidFill>
              </a:defRPr>
            </a:lvl2pPr>
            <a:lvl3pPr>
              <a:defRPr sz="975" b="0">
                <a:solidFill>
                  <a:srgbClr val="52657A"/>
                </a:solidFill>
              </a:defRPr>
            </a:lvl3pPr>
            <a:lvl4pPr>
              <a:defRPr sz="975" b="0">
                <a:solidFill>
                  <a:srgbClr val="52657A"/>
                </a:solidFill>
              </a:defRPr>
            </a:lvl4pPr>
            <a:lvl5pPr>
              <a:defRPr sz="975" b="0">
                <a:solidFill>
                  <a:srgbClr val="52657A"/>
                </a:solidFill>
              </a:defRPr>
            </a:lvl5pPr>
            <a:lvl6pPr>
              <a:defRPr sz="975" b="0">
                <a:solidFill>
                  <a:srgbClr val="52657A"/>
                </a:solidFill>
              </a:defRPr>
            </a:lvl6pPr>
            <a:lvl7pPr>
              <a:defRPr sz="975" b="0">
                <a:solidFill>
                  <a:srgbClr val="52657A"/>
                </a:solidFill>
              </a:defRPr>
            </a:lvl7pPr>
            <a:lvl8pPr>
              <a:defRPr sz="975" b="0">
                <a:solidFill>
                  <a:srgbClr val="52657A"/>
                </a:solidFill>
              </a:defRPr>
            </a:lvl8pPr>
            <a:lvl9pPr>
              <a:defRPr sz="975" b="0">
                <a:solidFill>
                  <a:srgbClr val="52657A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2657A"/>
                </a:solidFill>
              </a:defRPr>
            </a:pPr>
            <a:r>
              <a:rPr sz="975" b="0">
                <a:solidFill>
                  <a:srgbClr val="52657A"/>
                </a:solidFill>
              </a:rPr>
              <a:t>조선 AX · 관리자 매뉴얼 · 09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36E529-8A77-4A3C-8025-07FA0C605F5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52916379b64e95"/>
          <a:stretch xmlns:a="http://schemas.openxmlformats.org/drawingml/2006/main"/>
        </p:blipFill>
        <p:spPr>
          <a:xfrm xmlns:a="http://schemas.openxmlformats.org/drawingml/2006/main">
            <a:off x="707858" y="1409700"/>
            <a:ext cx="7023434" cy="44481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2295A6-6D7E-464D-85A9-09F490FDD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543050"/>
            <a:ext cx="3429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162840"/>
                </a:solidFill>
              </a:defRPr>
            </a:defPPr>
            <a:lvl1pPr>
              <a:defRPr sz="1575" b="0">
                <a:solidFill>
                  <a:srgbClr val="162840"/>
                </a:solidFill>
              </a:defRPr>
            </a:lvl1pPr>
            <a:lvl2pPr>
              <a:defRPr sz="1575" b="0">
                <a:solidFill>
                  <a:srgbClr val="162840"/>
                </a:solidFill>
              </a:defRPr>
            </a:lvl2pPr>
            <a:lvl3pPr>
              <a:defRPr sz="1575" b="0">
                <a:solidFill>
                  <a:srgbClr val="162840"/>
                </a:solidFill>
              </a:defRPr>
            </a:lvl3pPr>
            <a:lvl4pPr>
              <a:defRPr sz="1575" b="0">
                <a:solidFill>
                  <a:srgbClr val="162840"/>
                </a:solidFill>
              </a:defRPr>
            </a:lvl4pPr>
            <a:lvl5pPr>
              <a:defRPr sz="1575" b="0">
                <a:solidFill>
                  <a:srgbClr val="162840"/>
                </a:solidFill>
              </a:defRPr>
            </a:lvl5pPr>
            <a:lvl6pPr>
              <a:defRPr sz="1575" b="0">
                <a:solidFill>
                  <a:srgbClr val="162840"/>
                </a:solidFill>
              </a:defRPr>
            </a:lvl6pPr>
            <a:lvl7pPr>
              <a:defRPr sz="1575" b="0">
                <a:solidFill>
                  <a:srgbClr val="162840"/>
                </a:solidFill>
              </a:defRPr>
            </a:lvl7pPr>
            <a:lvl8pPr>
              <a:defRPr sz="1575" b="0">
                <a:solidFill>
                  <a:srgbClr val="162840"/>
                </a:solidFill>
              </a:defRPr>
            </a:lvl8pPr>
            <a:lvl9pPr>
              <a:defRPr sz="1575" b="0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62840"/>
                </a:solidFill>
              </a:defRPr>
            </a:pPr>
            <a:r>
              <a:rPr sz="1575" b="0">
                <a:solidFill>
                  <a:srgbClr val="162840"/>
                </a:solidFill>
              </a:rPr>
              <a:t>1. 데이터 업로드 메뉴를 엽니다.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9726AA-313D-4A99-8B8C-CC5566A2B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581275"/>
            <a:ext cx="3429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162840"/>
                </a:solidFill>
              </a:defRPr>
            </a:defPPr>
            <a:lvl1pPr>
              <a:defRPr sz="1575" b="0">
                <a:solidFill>
                  <a:srgbClr val="162840"/>
                </a:solidFill>
              </a:defRPr>
            </a:lvl1pPr>
            <a:lvl2pPr>
              <a:defRPr sz="1575" b="0">
                <a:solidFill>
                  <a:srgbClr val="162840"/>
                </a:solidFill>
              </a:defRPr>
            </a:lvl2pPr>
            <a:lvl3pPr>
              <a:defRPr sz="1575" b="0">
                <a:solidFill>
                  <a:srgbClr val="162840"/>
                </a:solidFill>
              </a:defRPr>
            </a:lvl3pPr>
            <a:lvl4pPr>
              <a:defRPr sz="1575" b="0">
                <a:solidFill>
                  <a:srgbClr val="162840"/>
                </a:solidFill>
              </a:defRPr>
            </a:lvl4pPr>
            <a:lvl5pPr>
              <a:defRPr sz="1575" b="0">
                <a:solidFill>
                  <a:srgbClr val="162840"/>
                </a:solidFill>
              </a:defRPr>
            </a:lvl5pPr>
            <a:lvl6pPr>
              <a:defRPr sz="1575" b="0">
                <a:solidFill>
                  <a:srgbClr val="162840"/>
                </a:solidFill>
              </a:defRPr>
            </a:lvl6pPr>
            <a:lvl7pPr>
              <a:defRPr sz="1575" b="0">
                <a:solidFill>
                  <a:srgbClr val="162840"/>
                </a:solidFill>
              </a:defRPr>
            </a:lvl7pPr>
            <a:lvl8pPr>
              <a:defRPr sz="1575" b="0">
                <a:solidFill>
                  <a:srgbClr val="162840"/>
                </a:solidFill>
              </a:defRPr>
            </a:lvl8pPr>
            <a:lvl9pPr>
              <a:defRPr sz="1575" b="0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62840"/>
                </a:solidFill>
              </a:defRPr>
            </a:pPr>
            <a:r>
              <a:rPr sz="1575" b="0">
                <a:solidFill>
                  <a:srgbClr val="162840"/>
                </a:solidFill>
              </a:rPr>
              <a:t>2. CSV 파일 또는 폴더를 선택합니다.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D56344-1C32-4E7E-9C79-1F928EF16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19500"/>
            <a:ext cx="3429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162840"/>
                </a:solidFill>
              </a:defRPr>
            </a:defPPr>
            <a:lvl1pPr>
              <a:defRPr sz="1575" b="0">
                <a:solidFill>
                  <a:srgbClr val="162840"/>
                </a:solidFill>
              </a:defRPr>
            </a:lvl1pPr>
            <a:lvl2pPr>
              <a:defRPr sz="1575" b="0">
                <a:solidFill>
                  <a:srgbClr val="162840"/>
                </a:solidFill>
              </a:defRPr>
            </a:lvl2pPr>
            <a:lvl3pPr>
              <a:defRPr sz="1575" b="0">
                <a:solidFill>
                  <a:srgbClr val="162840"/>
                </a:solidFill>
              </a:defRPr>
            </a:lvl3pPr>
            <a:lvl4pPr>
              <a:defRPr sz="1575" b="0">
                <a:solidFill>
                  <a:srgbClr val="162840"/>
                </a:solidFill>
              </a:defRPr>
            </a:lvl4pPr>
            <a:lvl5pPr>
              <a:defRPr sz="1575" b="0">
                <a:solidFill>
                  <a:srgbClr val="162840"/>
                </a:solidFill>
              </a:defRPr>
            </a:lvl5pPr>
            <a:lvl6pPr>
              <a:defRPr sz="1575" b="0">
                <a:solidFill>
                  <a:srgbClr val="162840"/>
                </a:solidFill>
              </a:defRPr>
            </a:lvl6pPr>
            <a:lvl7pPr>
              <a:defRPr sz="1575" b="0">
                <a:solidFill>
                  <a:srgbClr val="162840"/>
                </a:solidFill>
              </a:defRPr>
            </a:lvl7pPr>
            <a:lvl8pPr>
              <a:defRPr sz="1575" b="0">
                <a:solidFill>
                  <a:srgbClr val="162840"/>
                </a:solidFill>
              </a:defRPr>
            </a:lvl8pPr>
            <a:lvl9pPr>
              <a:defRPr sz="1575" b="0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62840"/>
                </a:solidFill>
              </a:defRPr>
            </a:pPr>
            <a:r>
              <a:rPr sz="1575" b="0">
                <a:solidFill>
                  <a:srgbClr val="162840"/>
                </a:solidFill>
              </a:rPr>
              <a:t>3. 파일명·테이블·행 수를 확인합니다.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808D29-B387-4237-820C-491EC306B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657725"/>
            <a:ext cx="3429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162840"/>
                </a:solidFill>
              </a:defRPr>
            </a:defPPr>
            <a:lvl1pPr>
              <a:defRPr sz="1575" b="0">
                <a:solidFill>
                  <a:srgbClr val="162840"/>
                </a:solidFill>
              </a:defRPr>
            </a:lvl1pPr>
            <a:lvl2pPr>
              <a:defRPr sz="1575" b="0">
                <a:solidFill>
                  <a:srgbClr val="162840"/>
                </a:solidFill>
              </a:defRPr>
            </a:lvl2pPr>
            <a:lvl3pPr>
              <a:defRPr sz="1575" b="0">
                <a:solidFill>
                  <a:srgbClr val="162840"/>
                </a:solidFill>
              </a:defRPr>
            </a:lvl3pPr>
            <a:lvl4pPr>
              <a:defRPr sz="1575" b="0">
                <a:solidFill>
                  <a:srgbClr val="162840"/>
                </a:solidFill>
              </a:defRPr>
            </a:lvl4pPr>
            <a:lvl5pPr>
              <a:defRPr sz="1575" b="0">
                <a:solidFill>
                  <a:srgbClr val="162840"/>
                </a:solidFill>
              </a:defRPr>
            </a:lvl5pPr>
            <a:lvl6pPr>
              <a:defRPr sz="1575" b="0">
                <a:solidFill>
                  <a:srgbClr val="162840"/>
                </a:solidFill>
              </a:defRPr>
            </a:lvl6pPr>
            <a:lvl7pPr>
              <a:defRPr sz="1575" b="0">
                <a:solidFill>
                  <a:srgbClr val="162840"/>
                </a:solidFill>
              </a:defRPr>
            </a:lvl7pPr>
            <a:lvl8pPr>
              <a:defRPr sz="1575" b="0">
                <a:solidFill>
                  <a:srgbClr val="162840"/>
                </a:solidFill>
              </a:defRPr>
            </a:lvl8pPr>
            <a:lvl9pPr>
              <a:defRPr sz="1575" b="0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62840"/>
                </a:solidFill>
              </a:defRPr>
            </a:pPr>
            <a:r>
              <a:rPr sz="1575" b="0">
                <a:solidFill>
                  <a:srgbClr val="162840"/>
                </a:solidFill>
              </a:rPr>
              <a:t>4. 비 CSV 파일 제외 수를 확인합니다.</a:t>
            </a:r>
          </a:p>
        </p:txBody>
      </p:sp>
    </p:spTree>
    <p:extLst>
      <p:ext uri="{BB962C8B-B14F-4D97-AF65-F5344CB8AC3E}">
        <p14:creationId xmlns:p14="http://schemas.microsoft.com/office/powerpoint/2010/main" val="182969278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C62932-79F2-487D-9AC2-CD6BFBDE3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625" b="1">
                <a:solidFill>
                  <a:srgbClr val="162840"/>
                </a:solidFill>
              </a:defRPr>
            </a:defPPr>
            <a:lvl1pPr>
              <a:defRPr sz="2625" b="1">
                <a:solidFill>
                  <a:srgbClr val="162840"/>
                </a:solidFill>
              </a:defRPr>
            </a:lvl1pPr>
            <a:lvl2pPr>
              <a:defRPr sz="2625" b="1">
                <a:solidFill>
                  <a:srgbClr val="162840"/>
                </a:solidFill>
              </a:defRPr>
            </a:lvl2pPr>
            <a:lvl3pPr>
              <a:defRPr sz="2625" b="1">
                <a:solidFill>
                  <a:srgbClr val="162840"/>
                </a:solidFill>
              </a:defRPr>
            </a:lvl3pPr>
            <a:lvl4pPr>
              <a:defRPr sz="2625" b="1">
                <a:solidFill>
                  <a:srgbClr val="162840"/>
                </a:solidFill>
              </a:defRPr>
            </a:lvl4pPr>
            <a:lvl5pPr>
              <a:defRPr sz="2625" b="1">
                <a:solidFill>
                  <a:srgbClr val="162840"/>
                </a:solidFill>
              </a:defRPr>
            </a:lvl5pPr>
            <a:lvl6pPr>
              <a:defRPr sz="2625" b="1">
                <a:solidFill>
                  <a:srgbClr val="162840"/>
                </a:solidFill>
              </a:defRPr>
            </a:lvl6pPr>
            <a:lvl7pPr>
              <a:defRPr sz="2625" b="1">
                <a:solidFill>
                  <a:srgbClr val="162840"/>
                </a:solidFill>
              </a:defRPr>
            </a:lvl7pPr>
            <a:lvl8pPr>
              <a:defRPr sz="2625" b="1">
                <a:solidFill>
                  <a:srgbClr val="162840"/>
                </a:solidFill>
              </a:defRPr>
            </a:lvl8pPr>
            <a:lvl9pPr>
              <a:defRPr sz="2625" b="1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62840"/>
                </a:solidFill>
              </a:defRPr>
            </a:pPr>
            <a:r>
              <a:rPr sz="2625" b="1">
                <a:solidFill>
                  <a:srgbClr val="162840"/>
                </a:solidFill>
              </a:rPr>
              <a:t>CSV 업로드: 서버 검증과 저장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17906B-D0AB-4C08-94FF-B1277DFF1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85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0">
                <a:solidFill>
                  <a:srgbClr val="52657A"/>
                </a:solidFill>
              </a:defRPr>
            </a:defPPr>
            <a:lvl1pPr>
              <a:defRPr sz="975" b="0">
                <a:solidFill>
                  <a:srgbClr val="52657A"/>
                </a:solidFill>
              </a:defRPr>
            </a:lvl1pPr>
            <a:lvl2pPr>
              <a:defRPr sz="975" b="0">
                <a:solidFill>
                  <a:srgbClr val="52657A"/>
                </a:solidFill>
              </a:defRPr>
            </a:lvl2pPr>
            <a:lvl3pPr>
              <a:defRPr sz="975" b="0">
                <a:solidFill>
                  <a:srgbClr val="52657A"/>
                </a:solidFill>
              </a:defRPr>
            </a:lvl3pPr>
            <a:lvl4pPr>
              <a:defRPr sz="975" b="0">
                <a:solidFill>
                  <a:srgbClr val="52657A"/>
                </a:solidFill>
              </a:defRPr>
            </a:lvl4pPr>
            <a:lvl5pPr>
              <a:defRPr sz="975" b="0">
                <a:solidFill>
                  <a:srgbClr val="52657A"/>
                </a:solidFill>
              </a:defRPr>
            </a:lvl5pPr>
            <a:lvl6pPr>
              <a:defRPr sz="975" b="0">
                <a:solidFill>
                  <a:srgbClr val="52657A"/>
                </a:solidFill>
              </a:defRPr>
            </a:lvl6pPr>
            <a:lvl7pPr>
              <a:defRPr sz="975" b="0">
                <a:solidFill>
                  <a:srgbClr val="52657A"/>
                </a:solidFill>
              </a:defRPr>
            </a:lvl7pPr>
            <a:lvl8pPr>
              <a:defRPr sz="975" b="0">
                <a:solidFill>
                  <a:srgbClr val="52657A"/>
                </a:solidFill>
              </a:defRPr>
            </a:lvl8pPr>
            <a:lvl9pPr>
              <a:defRPr sz="975" b="0">
                <a:solidFill>
                  <a:srgbClr val="52657A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2657A"/>
                </a:solidFill>
              </a:defRPr>
            </a:pPr>
            <a:r>
              <a:rPr sz="975" b="0">
                <a:solidFill>
                  <a:srgbClr val="52657A"/>
                </a:solidFill>
              </a:rPr>
              <a:t>조선 AX · 관리자 매뉴얼 · 10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DE3173-F2B4-498B-BA45-4D82D1C5BE5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4d531d4bc948c7"/>
          <a:stretch xmlns:a="http://schemas.openxmlformats.org/drawingml/2006/main"/>
        </p:blipFill>
        <p:spPr>
          <a:xfrm xmlns:a="http://schemas.openxmlformats.org/drawingml/2006/main">
            <a:off x="707858" y="1409700"/>
            <a:ext cx="7023434" cy="44481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B597E4-05AD-4F62-8262-2D0A0ED70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543050"/>
            <a:ext cx="3429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162840"/>
                </a:solidFill>
              </a:defRPr>
            </a:defPPr>
            <a:lvl1pPr>
              <a:defRPr sz="1575" b="0">
                <a:solidFill>
                  <a:srgbClr val="162840"/>
                </a:solidFill>
              </a:defRPr>
            </a:lvl1pPr>
            <a:lvl2pPr>
              <a:defRPr sz="1575" b="0">
                <a:solidFill>
                  <a:srgbClr val="162840"/>
                </a:solidFill>
              </a:defRPr>
            </a:lvl2pPr>
            <a:lvl3pPr>
              <a:defRPr sz="1575" b="0">
                <a:solidFill>
                  <a:srgbClr val="162840"/>
                </a:solidFill>
              </a:defRPr>
            </a:lvl3pPr>
            <a:lvl4pPr>
              <a:defRPr sz="1575" b="0">
                <a:solidFill>
                  <a:srgbClr val="162840"/>
                </a:solidFill>
              </a:defRPr>
            </a:lvl4pPr>
            <a:lvl5pPr>
              <a:defRPr sz="1575" b="0">
                <a:solidFill>
                  <a:srgbClr val="162840"/>
                </a:solidFill>
              </a:defRPr>
            </a:lvl5pPr>
            <a:lvl6pPr>
              <a:defRPr sz="1575" b="0">
                <a:solidFill>
                  <a:srgbClr val="162840"/>
                </a:solidFill>
              </a:defRPr>
            </a:lvl6pPr>
            <a:lvl7pPr>
              <a:defRPr sz="1575" b="0">
                <a:solidFill>
                  <a:srgbClr val="162840"/>
                </a:solidFill>
              </a:defRPr>
            </a:lvl7pPr>
            <a:lvl8pPr>
              <a:defRPr sz="1575" b="0">
                <a:solidFill>
                  <a:srgbClr val="162840"/>
                </a:solidFill>
              </a:defRPr>
            </a:lvl8pPr>
            <a:lvl9pPr>
              <a:defRPr sz="1575" b="0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62840"/>
                </a:solidFill>
              </a:defRPr>
            </a:pPr>
            <a:r>
              <a:rPr sz="1575" b="0">
                <a:solidFill>
                  <a:srgbClr val="162840"/>
                </a:solidFill>
              </a:rPr>
              <a:t>1. 여러 파일은 서버 검증을 실행합니다.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354CB2-CE5D-4065-927A-83C7152F5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581275"/>
            <a:ext cx="3429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162840"/>
                </a:solidFill>
              </a:defRPr>
            </a:defPPr>
            <a:lvl1pPr>
              <a:defRPr sz="1575" b="0">
                <a:solidFill>
                  <a:srgbClr val="162840"/>
                </a:solidFill>
              </a:defRPr>
            </a:lvl1pPr>
            <a:lvl2pPr>
              <a:defRPr sz="1575" b="0">
                <a:solidFill>
                  <a:srgbClr val="162840"/>
                </a:solidFill>
              </a:defRPr>
            </a:lvl2pPr>
            <a:lvl3pPr>
              <a:defRPr sz="1575" b="0">
                <a:solidFill>
                  <a:srgbClr val="162840"/>
                </a:solidFill>
              </a:defRPr>
            </a:lvl3pPr>
            <a:lvl4pPr>
              <a:defRPr sz="1575" b="0">
                <a:solidFill>
                  <a:srgbClr val="162840"/>
                </a:solidFill>
              </a:defRPr>
            </a:lvl4pPr>
            <a:lvl5pPr>
              <a:defRPr sz="1575" b="0">
                <a:solidFill>
                  <a:srgbClr val="162840"/>
                </a:solidFill>
              </a:defRPr>
            </a:lvl5pPr>
            <a:lvl6pPr>
              <a:defRPr sz="1575" b="0">
                <a:solidFill>
                  <a:srgbClr val="162840"/>
                </a:solidFill>
              </a:defRPr>
            </a:lvl6pPr>
            <a:lvl7pPr>
              <a:defRPr sz="1575" b="0">
                <a:solidFill>
                  <a:srgbClr val="162840"/>
                </a:solidFill>
              </a:defRPr>
            </a:lvl7pPr>
            <a:lvl8pPr>
              <a:defRPr sz="1575" b="0">
                <a:solidFill>
                  <a:srgbClr val="162840"/>
                </a:solidFill>
              </a:defRPr>
            </a:lvl8pPr>
            <a:lvl9pPr>
              <a:defRPr sz="1575" b="0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62840"/>
                </a:solidFill>
              </a:defRPr>
            </a:pPr>
            <a:r>
              <a:rPr sz="1575" b="0">
                <a:solidFill>
                  <a:srgbClr val="162840"/>
                </a:solidFill>
              </a:rPr>
              <a:t>2. 파일·행·필드별 오류를 확인합니다.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9D26B9-FF58-4DA0-A3D7-D391FB313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19500"/>
            <a:ext cx="3429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162840"/>
                </a:solidFill>
              </a:defRPr>
            </a:defPPr>
            <a:lvl1pPr>
              <a:defRPr sz="1575" b="0">
                <a:solidFill>
                  <a:srgbClr val="162840"/>
                </a:solidFill>
              </a:defRPr>
            </a:lvl1pPr>
            <a:lvl2pPr>
              <a:defRPr sz="1575" b="0">
                <a:solidFill>
                  <a:srgbClr val="162840"/>
                </a:solidFill>
              </a:defRPr>
            </a:lvl2pPr>
            <a:lvl3pPr>
              <a:defRPr sz="1575" b="0">
                <a:solidFill>
                  <a:srgbClr val="162840"/>
                </a:solidFill>
              </a:defRPr>
            </a:lvl3pPr>
            <a:lvl4pPr>
              <a:defRPr sz="1575" b="0">
                <a:solidFill>
                  <a:srgbClr val="162840"/>
                </a:solidFill>
              </a:defRPr>
            </a:lvl4pPr>
            <a:lvl5pPr>
              <a:defRPr sz="1575" b="0">
                <a:solidFill>
                  <a:srgbClr val="162840"/>
                </a:solidFill>
              </a:defRPr>
            </a:lvl5pPr>
            <a:lvl6pPr>
              <a:defRPr sz="1575" b="0">
                <a:solidFill>
                  <a:srgbClr val="162840"/>
                </a:solidFill>
              </a:defRPr>
            </a:lvl6pPr>
            <a:lvl7pPr>
              <a:defRPr sz="1575" b="0">
                <a:solidFill>
                  <a:srgbClr val="162840"/>
                </a:solidFill>
              </a:defRPr>
            </a:lvl7pPr>
            <a:lvl8pPr>
              <a:defRPr sz="1575" b="0">
                <a:solidFill>
                  <a:srgbClr val="162840"/>
                </a:solidFill>
              </a:defRPr>
            </a:lvl8pPr>
            <a:lvl9pPr>
              <a:defRPr sz="1575" b="0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62840"/>
                </a:solidFill>
              </a:defRPr>
            </a:pPr>
            <a:r>
              <a:rPr sz="1575" b="0">
                <a:solidFill>
                  <a:srgbClr val="162840"/>
                </a:solidFill>
              </a:rPr>
              <a:t>3. 오류를 고친 뒤 다시 선택합니다.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71690C-A296-48B5-BDB6-FBF252608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657725"/>
            <a:ext cx="3429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162840"/>
                </a:solidFill>
              </a:defRPr>
            </a:defPPr>
            <a:lvl1pPr>
              <a:defRPr sz="1575" b="0">
                <a:solidFill>
                  <a:srgbClr val="162840"/>
                </a:solidFill>
              </a:defRPr>
            </a:lvl1pPr>
            <a:lvl2pPr>
              <a:defRPr sz="1575" b="0">
                <a:solidFill>
                  <a:srgbClr val="162840"/>
                </a:solidFill>
              </a:defRPr>
            </a:lvl2pPr>
            <a:lvl3pPr>
              <a:defRPr sz="1575" b="0">
                <a:solidFill>
                  <a:srgbClr val="162840"/>
                </a:solidFill>
              </a:defRPr>
            </a:lvl3pPr>
            <a:lvl4pPr>
              <a:defRPr sz="1575" b="0">
                <a:solidFill>
                  <a:srgbClr val="162840"/>
                </a:solidFill>
              </a:defRPr>
            </a:lvl4pPr>
            <a:lvl5pPr>
              <a:defRPr sz="1575" b="0">
                <a:solidFill>
                  <a:srgbClr val="162840"/>
                </a:solidFill>
              </a:defRPr>
            </a:lvl5pPr>
            <a:lvl6pPr>
              <a:defRPr sz="1575" b="0">
                <a:solidFill>
                  <a:srgbClr val="162840"/>
                </a:solidFill>
              </a:defRPr>
            </a:lvl6pPr>
            <a:lvl7pPr>
              <a:defRPr sz="1575" b="0">
                <a:solidFill>
                  <a:srgbClr val="162840"/>
                </a:solidFill>
              </a:defRPr>
            </a:lvl7pPr>
            <a:lvl8pPr>
              <a:defRPr sz="1575" b="0">
                <a:solidFill>
                  <a:srgbClr val="162840"/>
                </a:solidFill>
              </a:defRPr>
            </a:lvl8pPr>
            <a:lvl9pPr>
              <a:defRPr sz="1575" b="0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62840"/>
                </a:solidFill>
              </a:defRPr>
            </a:pPr>
            <a:r>
              <a:rPr sz="1575" b="0">
                <a:solidFill>
                  <a:srgbClr val="162840"/>
                </a:solidFill>
              </a:rPr>
              <a:t>4. 검증 통과 후 전체 업로드합니다.</a:t>
            </a:r>
          </a:p>
        </p:txBody>
      </p:sp>
    </p:spTree>
    <p:extLst>
      <p:ext uri="{BB962C8B-B14F-4D97-AF65-F5344CB8AC3E}">
        <p14:creationId xmlns:p14="http://schemas.microsoft.com/office/powerpoint/2010/main" val="84295471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0FFD1A-00FF-477F-9377-0B4296C4A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625" b="1">
                <a:solidFill>
                  <a:srgbClr val="162840"/>
                </a:solidFill>
              </a:defRPr>
            </a:defPPr>
            <a:lvl1pPr>
              <a:defRPr sz="2625" b="1">
                <a:solidFill>
                  <a:srgbClr val="162840"/>
                </a:solidFill>
              </a:defRPr>
            </a:lvl1pPr>
            <a:lvl2pPr>
              <a:defRPr sz="2625" b="1">
                <a:solidFill>
                  <a:srgbClr val="162840"/>
                </a:solidFill>
              </a:defRPr>
            </a:lvl2pPr>
            <a:lvl3pPr>
              <a:defRPr sz="2625" b="1">
                <a:solidFill>
                  <a:srgbClr val="162840"/>
                </a:solidFill>
              </a:defRPr>
            </a:lvl3pPr>
            <a:lvl4pPr>
              <a:defRPr sz="2625" b="1">
                <a:solidFill>
                  <a:srgbClr val="162840"/>
                </a:solidFill>
              </a:defRPr>
            </a:lvl4pPr>
            <a:lvl5pPr>
              <a:defRPr sz="2625" b="1">
                <a:solidFill>
                  <a:srgbClr val="162840"/>
                </a:solidFill>
              </a:defRPr>
            </a:lvl5pPr>
            <a:lvl6pPr>
              <a:defRPr sz="2625" b="1">
                <a:solidFill>
                  <a:srgbClr val="162840"/>
                </a:solidFill>
              </a:defRPr>
            </a:lvl6pPr>
            <a:lvl7pPr>
              <a:defRPr sz="2625" b="1">
                <a:solidFill>
                  <a:srgbClr val="162840"/>
                </a:solidFill>
              </a:defRPr>
            </a:lvl7pPr>
            <a:lvl8pPr>
              <a:defRPr sz="2625" b="1">
                <a:solidFill>
                  <a:srgbClr val="162840"/>
                </a:solidFill>
              </a:defRPr>
            </a:lvl8pPr>
            <a:lvl9pPr>
              <a:defRPr sz="2625" b="1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62840"/>
                </a:solidFill>
              </a:defRPr>
            </a:pPr>
            <a:r>
              <a:rPr sz="2625" b="1">
                <a:solidFill>
                  <a:srgbClr val="162840"/>
                </a:solidFill>
              </a:rPr>
              <a:t>업로드 방식과 저장 기준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51FF03-A42B-4932-B2DA-1AB47CAE6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85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0">
                <a:solidFill>
                  <a:srgbClr val="52657A"/>
                </a:solidFill>
              </a:defRPr>
            </a:defPPr>
            <a:lvl1pPr>
              <a:defRPr sz="975" b="0">
                <a:solidFill>
                  <a:srgbClr val="52657A"/>
                </a:solidFill>
              </a:defRPr>
            </a:lvl1pPr>
            <a:lvl2pPr>
              <a:defRPr sz="975" b="0">
                <a:solidFill>
                  <a:srgbClr val="52657A"/>
                </a:solidFill>
              </a:defRPr>
            </a:lvl2pPr>
            <a:lvl3pPr>
              <a:defRPr sz="975" b="0">
                <a:solidFill>
                  <a:srgbClr val="52657A"/>
                </a:solidFill>
              </a:defRPr>
            </a:lvl3pPr>
            <a:lvl4pPr>
              <a:defRPr sz="975" b="0">
                <a:solidFill>
                  <a:srgbClr val="52657A"/>
                </a:solidFill>
              </a:defRPr>
            </a:lvl4pPr>
            <a:lvl5pPr>
              <a:defRPr sz="975" b="0">
                <a:solidFill>
                  <a:srgbClr val="52657A"/>
                </a:solidFill>
              </a:defRPr>
            </a:lvl5pPr>
            <a:lvl6pPr>
              <a:defRPr sz="975" b="0">
                <a:solidFill>
                  <a:srgbClr val="52657A"/>
                </a:solidFill>
              </a:defRPr>
            </a:lvl6pPr>
            <a:lvl7pPr>
              <a:defRPr sz="975" b="0">
                <a:solidFill>
                  <a:srgbClr val="52657A"/>
                </a:solidFill>
              </a:defRPr>
            </a:lvl7pPr>
            <a:lvl8pPr>
              <a:defRPr sz="975" b="0">
                <a:solidFill>
                  <a:srgbClr val="52657A"/>
                </a:solidFill>
              </a:defRPr>
            </a:lvl8pPr>
            <a:lvl9pPr>
              <a:defRPr sz="975" b="0">
                <a:solidFill>
                  <a:srgbClr val="52657A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2657A"/>
                </a:solidFill>
              </a:defRPr>
            </a:pPr>
            <a:r>
              <a:rPr sz="975" b="0">
                <a:solidFill>
                  <a:srgbClr val="52657A"/>
                </a:solidFill>
              </a:rPr>
              <a:t>조선 AX · 관리자 매뉴얼 · 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0F8C4F-47C2-4890-AA44-6907E15A6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950" b="1">
                <a:solidFill>
                  <a:srgbClr val="1C65AE"/>
                </a:solidFill>
              </a:defRPr>
            </a:defPPr>
            <a:lvl1pPr>
              <a:defRPr sz="1950" b="1">
                <a:solidFill>
                  <a:srgbClr val="1C65AE"/>
                </a:solidFill>
              </a:defRPr>
            </a:lvl1pPr>
            <a:lvl2pPr>
              <a:defRPr sz="1950" b="1">
                <a:solidFill>
                  <a:srgbClr val="1C65AE"/>
                </a:solidFill>
              </a:defRPr>
            </a:lvl2pPr>
            <a:lvl3pPr>
              <a:defRPr sz="1950" b="1">
                <a:solidFill>
                  <a:srgbClr val="1C65AE"/>
                </a:solidFill>
              </a:defRPr>
            </a:lvl3pPr>
            <a:lvl4pPr>
              <a:defRPr sz="1950" b="1">
                <a:solidFill>
                  <a:srgbClr val="1C65AE"/>
                </a:solidFill>
              </a:defRPr>
            </a:lvl4pPr>
            <a:lvl5pPr>
              <a:defRPr sz="1950" b="1">
                <a:solidFill>
                  <a:srgbClr val="1C65AE"/>
                </a:solidFill>
              </a:defRPr>
            </a:lvl5pPr>
            <a:lvl6pPr>
              <a:defRPr sz="1950" b="1">
                <a:solidFill>
                  <a:srgbClr val="1C65AE"/>
                </a:solidFill>
              </a:defRPr>
            </a:lvl6pPr>
            <a:lvl7pPr>
              <a:defRPr sz="1950" b="1">
                <a:solidFill>
                  <a:srgbClr val="1C65AE"/>
                </a:solidFill>
              </a:defRPr>
            </a:lvl7pPr>
            <a:lvl8pPr>
              <a:defRPr sz="1950" b="1">
                <a:solidFill>
                  <a:srgbClr val="1C65AE"/>
                </a:solidFill>
              </a:defRPr>
            </a:lvl8pPr>
            <a:lvl9pPr>
              <a:defRPr sz="1950" b="1">
                <a:solidFill>
                  <a:srgbClr val="1C65AE"/>
                </a:solidFill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C65AE"/>
                </a:solidFill>
              </a:defRPr>
            </a:pPr>
            <a:r>
              <a:rPr sz="1950" b="1">
                <a:solidFill>
                  <a:srgbClr val="1C65AE"/>
                </a:solidFill>
              </a:rPr>
              <a:t>단일 CSV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1394FE-AFE8-4A55-B0EE-593870AAD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504950"/>
            <a:ext cx="75723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162840"/>
                </a:solidFill>
              </a:defRPr>
            </a:defPPr>
            <a:lvl1pPr>
              <a:defRPr sz="1800" b="0">
                <a:solidFill>
                  <a:srgbClr val="162840"/>
                </a:solidFill>
              </a:defRPr>
            </a:lvl1pPr>
            <a:lvl2pPr>
              <a:defRPr sz="1800" b="0">
                <a:solidFill>
                  <a:srgbClr val="162840"/>
                </a:solidFill>
              </a:defRPr>
            </a:lvl2pPr>
            <a:lvl3pPr>
              <a:defRPr sz="1800" b="0">
                <a:solidFill>
                  <a:srgbClr val="162840"/>
                </a:solidFill>
              </a:defRPr>
            </a:lvl3pPr>
            <a:lvl4pPr>
              <a:defRPr sz="1800" b="0">
                <a:solidFill>
                  <a:srgbClr val="162840"/>
                </a:solidFill>
              </a:defRPr>
            </a:lvl4pPr>
            <a:lvl5pPr>
              <a:defRPr sz="1800" b="0">
                <a:solidFill>
                  <a:srgbClr val="162840"/>
                </a:solidFill>
              </a:defRPr>
            </a:lvl5pPr>
            <a:lvl6pPr>
              <a:defRPr sz="1800" b="0">
                <a:solidFill>
                  <a:srgbClr val="162840"/>
                </a:solidFill>
              </a:defRPr>
            </a:lvl6pPr>
            <a:lvl7pPr>
              <a:defRPr sz="1800" b="0">
                <a:solidFill>
                  <a:srgbClr val="162840"/>
                </a:solidFill>
              </a:defRPr>
            </a:lvl7pPr>
            <a:lvl8pPr>
              <a:defRPr sz="1800" b="0">
                <a:solidFill>
                  <a:srgbClr val="162840"/>
                </a:solidFill>
              </a:defRPr>
            </a:lvl8pPr>
            <a:lvl9pPr>
              <a:defRPr sz="1800" b="0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62840"/>
                </a:solidFill>
              </a:defRPr>
            </a:pPr>
            <a:r>
              <a:rPr sz="1800" b="0">
                <a:solidFill>
                  <a:srgbClr val="162840"/>
                </a:solidFill>
              </a:rPr>
              <a:t>미리보기의 빨간 오류 셀을 수정하고 검증 후 업로드합니다.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363A94-34F2-4987-8E76-3DAE3AA30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71775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950" b="1">
                <a:solidFill>
                  <a:srgbClr val="1C65AE"/>
                </a:solidFill>
              </a:defRPr>
            </a:defPPr>
            <a:lvl1pPr>
              <a:defRPr sz="1950" b="1">
                <a:solidFill>
                  <a:srgbClr val="1C65AE"/>
                </a:solidFill>
              </a:defRPr>
            </a:lvl1pPr>
            <a:lvl2pPr>
              <a:defRPr sz="1950" b="1">
                <a:solidFill>
                  <a:srgbClr val="1C65AE"/>
                </a:solidFill>
              </a:defRPr>
            </a:lvl2pPr>
            <a:lvl3pPr>
              <a:defRPr sz="1950" b="1">
                <a:solidFill>
                  <a:srgbClr val="1C65AE"/>
                </a:solidFill>
              </a:defRPr>
            </a:lvl3pPr>
            <a:lvl4pPr>
              <a:defRPr sz="1950" b="1">
                <a:solidFill>
                  <a:srgbClr val="1C65AE"/>
                </a:solidFill>
              </a:defRPr>
            </a:lvl4pPr>
            <a:lvl5pPr>
              <a:defRPr sz="1950" b="1">
                <a:solidFill>
                  <a:srgbClr val="1C65AE"/>
                </a:solidFill>
              </a:defRPr>
            </a:lvl5pPr>
            <a:lvl6pPr>
              <a:defRPr sz="1950" b="1">
                <a:solidFill>
                  <a:srgbClr val="1C65AE"/>
                </a:solidFill>
              </a:defRPr>
            </a:lvl6pPr>
            <a:lvl7pPr>
              <a:defRPr sz="1950" b="1">
                <a:solidFill>
                  <a:srgbClr val="1C65AE"/>
                </a:solidFill>
              </a:defRPr>
            </a:lvl7pPr>
            <a:lvl8pPr>
              <a:defRPr sz="1950" b="1">
                <a:solidFill>
                  <a:srgbClr val="1C65AE"/>
                </a:solidFill>
              </a:defRPr>
            </a:lvl8pPr>
            <a:lvl9pPr>
              <a:defRPr sz="1950" b="1">
                <a:solidFill>
                  <a:srgbClr val="1C65AE"/>
                </a:solidFill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C65AE"/>
                </a:solidFill>
              </a:defRPr>
            </a:pPr>
            <a:r>
              <a:rPr sz="1950" b="1">
                <a:solidFill>
                  <a:srgbClr val="1C65AE"/>
                </a:solidFill>
              </a:rPr>
              <a:t>여러 CSV·폴더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2B7155-3EB7-4F8C-8260-E69774410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771775"/>
            <a:ext cx="7572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162840"/>
                </a:solidFill>
              </a:defRPr>
            </a:defPPr>
            <a:lvl1pPr>
              <a:defRPr sz="1800" b="0">
                <a:solidFill>
                  <a:srgbClr val="162840"/>
                </a:solidFill>
              </a:defRPr>
            </a:lvl1pPr>
            <a:lvl2pPr>
              <a:defRPr sz="1800" b="0">
                <a:solidFill>
                  <a:srgbClr val="162840"/>
                </a:solidFill>
              </a:defRPr>
            </a:lvl2pPr>
            <a:lvl3pPr>
              <a:defRPr sz="1800" b="0">
                <a:solidFill>
                  <a:srgbClr val="162840"/>
                </a:solidFill>
              </a:defRPr>
            </a:lvl3pPr>
            <a:lvl4pPr>
              <a:defRPr sz="1800" b="0">
                <a:solidFill>
                  <a:srgbClr val="162840"/>
                </a:solidFill>
              </a:defRPr>
            </a:lvl4pPr>
            <a:lvl5pPr>
              <a:defRPr sz="1800" b="0">
                <a:solidFill>
                  <a:srgbClr val="162840"/>
                </a:solidFill>
              </a:defRPr>
            </a:lvl5pPr>
            <a:lvl6pPr>
              <a:defRPr sz="1800" b="0">
                <a:solidFill>
                  <a:srgbClr val="162840"/>
                </a:solidFill>
              </a:defRPr>
            </a:lvl6pPr>
            <a:lvl7pPr>
              <a:defRPr sz="1800" b="0">
                <a:solidFill>
                  <a:srgbClr val="162840"/>
                </a:solidFill>
              </a:defRPr>
            </a:lvl7pPr>
            <a:lvl8pPr>
              <a:defRPr sz="1800" b="0">
                <a:solidFill>
                  <a:srgbClr val="162840"/>
                </a:solidFill>
              </a:defRPr>
            </a:lvl8pPr>
            <a:lvl9pPr>
              <a:defRPr sz="1800" b="0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62840"/>
                </a:solidFill>
              </a:defRPr>
            </a:pPr>
            <a:r>
              <a:rPr sz="1800" b="0">
                <a:solidFill>
                  <a:srgbClr val="162840"/>
                </a:solidFill>
              </a:rPr>
              <a:t>서버 검증을 먼저 실행합니다. 오류가 하나라도 있으면 전체 배치가 취소됩니다.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B85478-E6AB-4DB2-9E7F-A6DF0EC9A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95775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950" b="1">
                <a:solidFill>
                  <a:srgbClr val="1C65AE"/>
                </a:solidFill>
              </a:defRPr>
            </a:defPPr>
            <a:lvl1pPr>
              <a:defRPr sz="1950" b="1">
                <a:solidFill>
                  <a:srgbClr val="1C65AE"/>
                </a:solidFill>
              </a:defRPr>
            </a:lvl1pPr>
            <a:lvl2pPr>
              <a:defRPr sz="1950" b="1">
                <a:solidFill>
                  <a:srgbClr val="1C65AE"/>
                </a:solidFill>
              </a:defRPr>
            </a:lvl2pPr>
            <a:lvl3pPr>
              <a:defRPr sz="1950" b="1">
                <a:solidFill>
                  <a:srgbClr val="1C65AE"/>
                </a:solidFill>
              </a:defRPr>
            </a:lvl3pPr>
            <a:lvl4pPr>
              <a:defRPr sz="1950" b="1">
                <a:solidFill>
                  <a:srgbClr val="1C65AE"/>
                </a:solidFill>
              </a:defRPr>
            </a:lvl4pPr>
            <a:lvl5pPr>
              <a:defRPr sz="1950" b="1">
                <a:solidFill>
                  <a:srgbClr val="1C65AE"/>
                </a:solidFill>
              </a:defRPr>
            </a:lvl5pPr>
            <a:lvl6pPr>
              <a:defRPr sz="1950" b="1">
                <a:solidFill>
                  <a:srgbClr val="1C65AE"/>
                </a:solidFill>
              </a:defRPr>
            </a:lvl6pPr>
            <a:lvl7pPr>
              <a:defRPr sz="1950" b="1">
                <a:solidFill>
                  <a:srgbClr val="1C65AE"/>
                </a:solidFill>
              </a:defRPr>
            </a:lvl7pPr>
            <a:lvl8pPr>
              <a:defRPr sz="1950" b="1">
                <a:solidFill>
                  <a:srgbClr val="1C65AE"/>
                </a:solidFill>
              </a:defRPr>
            </a:lvl8pPr>
            <a:lvl9pPr>
              <a:defRPr sz="1950" b="1">
                <a:solidFill>
                  <a:srgbClr val="1C65AE"/>
                </a:solidFill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C65AE"/>
                </a:solidFill>
              </a:defRPr>
            </a:pPr>
            <a:r>
              <a:rPr sz="1950" b="1">
                <a:solidFill>
                  <a:srgbClr val="1C65AE"/>
                </a:solidFill>
              </a:rPr>
              <a:t>공통 검증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264962-E36C-4A68-AD2E-110ED6A7C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295775"/>
            <a:ext cx="757237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162840"/>
                </a:solidFill>
              </a:defRPr>
            </a:defPPr>
            <a:lvl1pPr>
              <a:defRPr sz="1800" b="0">
                <a:solidFill>
                  <a:srgbClr val="162840"/>
                </a:solidFill>
              </a:defRPr>
            </a:lvl1pPr>
            <a:lvl2pPr>
              <a:defRPr sz="1800" b="0">
                <a:solidFill>
                  <a:srgbClr val="162840"/>
                </a:solidFill>
              </a:defRPr>
            </a:lvl2pPr>
            <a:lvl3pPr>
              <a:defRPr sz="1800" b="0">
                <a:solidFill>
                  <a:srgbClr val="162840"/>
                </a:solidFill>
              </a:defRPr>
            </a:lvl3pPr>
            <a:lvl4pPr>
              <a:defRPr sz="1800" b="0">
                <a:solidFill>
                  <a:srgbClr val="162840"/>
                </a:solidFill>
              </a:defRPr>
            </a:lvl4pPr>
            <a:lvl5pPr>
              <a:defRPr sz="1800" b="0">
                <a:solidFill>
                  <a:srgbClr val="162840"/>
                </a:solidFill>
              </a:defRPr>
            </a:lvl5pPr>
            <a:lvl6pPr>
              <a:defRPr sz="1800" b="0">
                <a:solidFill>
                  <a:srgbClr val="162840"/>
                </a:solidFill>
              </a:defRPr>
            </a:lvl6pPr>
            <a:lvl7pPr>
              <a:defRPr sz="1800" b="0">
                <a:solidFill>
                  <a:srgbClr val="162840"/>
                </a:solidFill>
              </a:defRPr>
            </a:lvl7pPr>
            <a:lvl8pPr>
              <a:defRPr sz="1800" b="0">
                <a:solidFill>
                  <a:srgbClr val="162840"/>
                </a:solidFill>
              </a:defRPr>
            </a:lvl8pPr>
            <a:lvl9pPr>
              <a:defRPr sz="1800" b="0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62840"/>
                </a:solidFill>
              </a:defRPr>
            </a:pPr>
            <a:r>
              <a:rPr sz="1800" b="0">
                <a:solidFill>
                  <a:srgbClr val="162840"/>
                </a:solidFill>
              </a:rPr>
              <a:t>필수값·형식·참조·기본키·실적 내용 중복을 확인하며 저장 시 다시 검사합니다.</a:t>
            </a:r>
          </a:p>
        </p:txBody>
      </p:sp>
    </p:spTree>
    <p:extLst>
      <p:ext uri="{BB962C8B-B14F-4D97-AF65-F5344CB8AC3E}">
        <p14:creationId xmlns:p14="http://schemas.microsoft.com/office/powerpoint/2010/main" val="95722516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723D93-5B1F-4F18-9C8E-B8E6C5A9F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625" b="1">
                <a:solidFill>
                  <a:srgbClr val="162840"/>
                </a:solidFill>
              </a:defRPr>
            </a:defPPr>
            <a:lvl1pPr>
              <a:defRPr sz="2625" b="1">
                <a:solidFill>
                  <a:srgbClr val="162840"/>
                </a:solidFill>
              </a:defRPr>
            </a:lvl1pPr>
            <a:lvl2pPr>
              <a:defRPr sz="2625" b="1">
                <a:solidFill>
                  <a:srgbClr val="162840"/>
                </a:solidFill>
              </a:defRPr>
            </a:lvl2pPr>
            <a:lvl3pPr>
              <a:defRPr sz="2625" b="1">
                <a:solidFill>
                  <a:srgbClr val="162840"/>
                </a:solidFill>
              </a:defRPr>
            </a:lvl3pPr>
            <a:lvl4pPr>
              <a:defRPr sz="2625" b="1">
                <a:solidFill>
                  <a:srgbClr val="162840"/>
                </a:solidFill>
              </a:defRPr>
            </a:lvl4pPr>
            <a:lvl5pPr>
              <a:defRPr sz="2625" b="1">
                <a:solidFill>
                  <a:srgbClr val="162840"/>
                </a:solidFill>
              </a:defRPr>
            </a:lvl5pPr>
            <a:lvl6pPr>
              <a:defRPr sz="2625" b="1">
                <a:solidFill>
                  <a:srgbClr val="162840"/>
                </a:solidFill>
              </a:defRPr>
            </a:lvl6pPr>
            <a:lvl7pPr>
              <a:defRPr sz="2625" b="1">
                <a:solidFill>
                  <a:srgbClr val="162840"/>
                </a:solidFill>
              </a:defRPr>
            </a:lvl7pPr>
            <a:lvl8pPr>
              <a:defRPr sz="2625" b="1">
                <a:solidFill>
                  <a:srgbClr val="162840"/>
                </a:solidFill>
              </a:defRPr>
            </a:lvl8pPr>
            <a:lvl9pPr>
              <a:defRPr sz="2625" b="1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62840"/>
                </a:solidFill>
              </a:defRPr>
            </a:pPr>
            <a:r>
              <a:rPr sz="2625" b="1">
                <a:solidFill>
                  <a:srgbClr val="162840"/>
                </a:solidFill>
              </a:rPr>
              <a:t>데이터 초기화와 샘플 복원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C00629-6D89-4FAB-9A00-D8D03CB24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85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0">
                <a:solidFill>
                  <a:srgbClr val="52657A"/>
                </a:solidFill>
              </a:defRPr>
            </a:defPPr>
            <a:lvl1pPr>
              <a:defRPr sz="975" b="0">
                <a:solidFill>
                  <a:srgbClr val="52657A"/>
                </a:solidFill>
              </a:defRPr>
            </a:lvl1pPr>
            <a:lvl2pPr>
              <a:defRPr sz="975" b="0">
                <a:solidFill>
                  <a:srgbClr val="52657A"/>
                </a:solidFill>
              </a:defRPr>
            </a:lvl2pPr>
            <a:lvl3pPr>
              <a:defRPr sz="975" b="0">
                <a:solidFill>
                  <a:srgbClr val="52657A"/>
                </a:solidFill>
              </a:defRPr>
            </a:lvl3pPr>
            <a:lvl4pPr>
              <a:defRPr sz="975" b="0">
                <a:solidFill>
                  <a:srgbClr val="52657A"/>
                </a:solidFill>
              </a:defRPr>
            </a:lvl4pPr>
            <a:lvl5pPr>
              <a:defRPr sz="975" b="0">
                <a:solidFill>
                  <a:srgbClr val="52657A"/>
                </a:solidFill>
              </a:defRPr>
            </a:lvl5pPr>
            <a:lvl6pPr>
              <a:defRPr sz="975" b="0">
                <a:solidFill>
                  <a:srgbClr val="52657A"/>
                </a:solidFill>
              </a:defRPr>
            </a:lvl6pPr>
            <a:lvl7pPr>
              <a:defRPr sz="975" b="0">
                <a:solidFill>
                  <a:srgbClr val="52657A"/>
                </a:solidFill>
              </a:defRPr>
            </a:lvl7pPr>
            <a:lvl8pPr>
              <a:defRPr sz="975" b="0">
                <a:solidFill>
                  <a:srgbClr val="52657A"/>
                </a:solidFill>
              </a:defRPr>
            </a:lvl8pPr>
            <a:lvl9pPr>
              <a:defRPr sz="975" b="0">
                <a:solidFill>
                  <a:srgbClr val="52657A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2657A"/>
                </a:solidFill>
              </a:defRPr>
            </a:pPr>
            <a:r>
              <a:rPr sz="975" b="0">
                <a:solidFill>
                  <a:srgbClr val="52657A"/>
                </a:solidFill>
              </a:rPr>
              <a:t>조선 AX · 관리자 매뉴얼 · 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AFD9B0-E76C-4CC6-BC97-FC419811B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76375"/>
            <a:ext cx="285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025" b="1">
                <a:solidFill>
                  <a:srgbClr val="1C65AE"/>
                </a:solidFill>
              </a:defRPr>
            </a:defPPr>
            <a:lvl1pPr>
              <a:defRPr sz="2025" b="1">
                <a:solidFill>
                  <a:srgbClr val="1C65AE"/>
                </a:solidFill>
              </a:defRPr>
            </a:lvl1pPr>
            <a:lvl2pPr>
              <a:defRPr sz="2025" b="1">
                <a:solidFill>
                  <a:srgbClr val="1C65AE"/>
                </a:solidFill>
              </a:defRPr>
            </a:lvl2pPr>
            <a:lvl3pPr>
              <a:defRPr sz="2025" b="1">
                <a:solidFill>
                  <a:srgbClr val="1C65AE"/>
                </a:solidFill>
              </a:defRPr>
            </a:lvl3pPr>
            <a:lvl4pPr>
              <a:defRPr sz="2025" b="1">
                <a:solidFill>
                  <a:srgbClr val="1C65AE"/>
                </a:solidFill>
              </a:defRPr>
            </a:lvl4pPr>
            <a:lvl5pPr>
              <a:defRPr sz="2025" b="1">
                <a:solidFill>
                  <a:srgbClr val="1C65AE"/>
                </a:solidFill>
              </a:defRPr>
            </a:lvl5pPr>
            <a:lvl6pPr>
              <a:defRPr sz="2025" b="1">
                <a:solidFill>
                  <a:srgbClr val="1C65AE"/>
                </a:solidFill>
              </a:defRPr>
            </a:lvl6pPr>
            <a:lvl7pPr>
              <a:defRPr sz="2025" b="1">
                <a:solidFill>
                  <a:srgbClr val="1C65AE"/>
                </a:solidFill>
              </a:defRPr>
            </a:lvl7pPr>
            <a:lvl8pPr>
              <a:defRPr sz="2025" b="1">
                <a:solidFill>
                  <a:srgbClr val="1C65AE"/>
                </a:solidFill>
              </a:defRPr>
            </a:lvl8pPr>
            <a:lvl9pPr>
              <a:defRPr sz="2025" b="1">
                <a:solidFill>
                  <a:srgbClr val="1C65AE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C65AE"/>
                </a:solidFill>
              </a:defRPr>
            </a:pPr>
            <a:r>
              <a:rPr sz="2025" b="1">
                <a:solidFill>
                  <a:srgbClr val="1C65AE"/>
                </a:solidFill>
              </a:rPr>
              <a:t>데이터 초기화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3D8AEA-0D7F-4C1B-AF15-55E751025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476375"/>
            <a:ext cx="7429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162840"/>
                </a:solidFill>
              </a:defRPr>
            </a:defPPr>
            <a:lvl1pPr>
              <a:defRPr sz="1800" b="0">
                <a:solidFill>
                  <a:srgbClr val="162840"/>
                </a:solidFill>
              </a:defRPr>
            </a:lvl1pPr>
            <a:lvl2pPr>
              <a:defRPr sz="1800" b="0">
                <a:solidFill>
                  <a:srgbClr val="162840"/>
                </a:solidFill>
              </a:defRPr>
            </a:lvl2pPr>
            <a:lvl3pPr>
              <a:defRPr sz="1800" b="0">
                <a:solidFill>
                  <a:srgbClr val="162840"/>
                </a:solidFill>
              </a:defRPr>
            </a:lvl3pPr>
            <a:lvl4pPr>
              <a:defRPr sz="1800" b="0">
                <a:solidFill>
                  <a:srgbClr val="162840"/>
                </a:solidFill>
              </a:defRPr>
            </a:lvl4pPr>
            <a:lvl5pPr>
              <a:defRPr sz="1800" b="0">
                <a:solidFill>
                  <a:srgbClr val="162840"/>
                </a:solidFill>
              </a:defRPr>
            </a:lvl5pPr>
            <a:lvl6pPr>
              <a:defRPr sz="1800" b="0">
                <a:solidFill>
                  <a:srgbClr val="162840"/>
                </a:solidFill>
              </a:defRPr>
            </a:lvl6pPr>
            <a:lvl7pPr>
              <a:defRPr sz="1800" b="0">
                <a:solidFill>
                  <a:srgbClr val="162840"/>
                </a:solidFill>
              </a:defRPr>
            </a:lvl7pPr>
            <a:lvl8pPr>
              <a:defRPr sz="1800" b="0">
                <a:solidFill>
                  <a:srgbClr val="162840"/>
                </a:solidFill>
              </a:defRPr>
            </a:lvl8pPr>
            <a:lvl9pPr>
              <a:defRPr sz="1800" b="0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62840"/>
                </a:solidFill>
              </a:defRPr>
            </a:pPr>
            <a:r>
              <a:rPr sz="1800" b="0">
                <a:solidFill>
                  <a:srgbClr val="162840"/>
                </a:solidFill>
              </a:rPr>
              <a:t>현재 표시 데이터를 모두 비웁니다. 확인 창 승인 후 운영현황은 0/0과 미작업으로 바뀝니다.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D99F5D-9FB2-4237-8CA6-69F0AD38D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67050"/>
            <a:ext cx="285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025" b="1">
                <a:solidFill>
                  <a:srgbClr val="1C65AE"/>
                </a:solidFill>
              </a:defRPr>
            </a:defPPr>
            <a:lvl1pPr>
              <a:defRPr sz="2025" b="1">
                <a:solidFill>
                  <a:srgbClr val="1C65AE"/>
                </a:solidFill>
              </a:defRPr>
            </a:lvl1pPr>
            <a:lvl2pPr>
              <a:defRPr sz="2025" b="1">
                <a:solidFill>
                  <a:srgbClr val="1C65AE"/>
                </a:solidFill>
              </a:defRPr>
            </a:lvl2pPr>
            <a:lvl3pPr>
              <a:defRPr sz="2025" b="1">
                <a:solidFill>
                  <a:srgbClr val="1C65AE"/>
                </a:solidFill>
              </a:defRPr>
            </a:lvl3pPr>
            <a:lvl4pPr>
              <a:defRPr sz="2025" b="1">
                <a:solidFill>
                  <a:srgbClr val="1C65AE"/>
                </a:solidFill>
              </a:defRPr>
            </a:lvl4pPr>
            <a:lvl5pPr>
              <a:defRPr sz="2025" b="1">
                <a:solidFill>
                  <a:srgbClr val="1C65AE"/>
                </a:solidFill>
              </a:defRPr>
            </a:lvl5pPr>
            <a:lvl6pPr>
              <a:defRPr sz="2025" b="1">
                <a:solidFill>
                  <a:srgbClr val="1C65AE"/>
                </a:solidFill>
              </a:defRPr>
            </a:lvl6pPr>
            <a:lvl7pPr>
              <a:defRPr sz="2025" b="1">
                <a:solidFill>
                  <a:srgbClr val="1C65AE"/>
                </a:solidFill>
              </a:defRPr>
            </a:lvl7pPr>
            <a:lvl8pPr>
              <a:defRPr sz="2025" b="1">
                <a:solidFill>
                  <a:srgbClr val="1C65AE"/>
                </a:solidFill>
              </a:defRPr>
            </a:lvl8pPr>
            <a:lvl9pPr>
              <a:defRPr sz="2025" b="1">
                <a:solidFill>
                  <a:srgbClr val="1C65AE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C65AE"/>
                </a:solidFill>
              </a:defRPr>
            </a:pPr>
            <a:r>
              <a:rPr sz="2025" b="1">
                <a:solidFill>
                  <a:srgbClr val="1C65AE"/>
                </a:solidFill>
              </a:rPr>
              <a:t>샘플 데이터 복원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38A447-742C-4972-92A5-DF3CDE33E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067050"/>
            <a:ext cx="7429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162840"/>
                </a:solidFill>
              </a:defRPr>
            </a:defPPr>
            <a:lvl1pPr>
              <a:defRPr sz="1800" b="0">
                <a:solidFill>
                  <a:srgbClr val="162840"/>
                </a:solidFill>
              </a:defRPr>
            </a:lvl1pPr>
            <a:lvl2pPr>
              <a:defRPr sz="1800" b="0">
                <a:solidFill>
                  <a:srgbClr val="162840"/>
                </a:solidFill>
              </a:defRPr>
            </a:lvl2pPr>
            <a:lvl3pPr>
              <a:defRPr sz="1800" b="0">
                <a:solidFill>
                  <a:srgbClr val="162840"/>
                </a:solidFill>
              </a:defRPr>
            </a:lvl3pPr>
            <a:lvl4pPr>
              <a:defRPr sz="1800" b="0">
                <a:solidFill>
                  <a:srgbClr val="162840"/>
                </a:solidFill>
              </a:defRPr>
            </a:lvl4pPr>
            <a:lvl5pPr>
              <a:defRPr sz="1800" b="0">
                <a:solidFill>
                  <a:srgbClr val="162840"/>
                </a:solidFill>
              </a:defRPr>
            </a:lvl5pPr>
            <a:lvl6pPr>
              <a:defRPr sz="1800" b="0">
                <a:solidFill>
                  <a:srgbClr val="162840"/>
                </a:solidFill>
              </a:defRPr>
            </a:lvl6pPr>
            <a:lvl7pPr>
              <a:defRPr sz="1800" b="0">
                <a:solidFill>
                  <a:srgbClr val="162840"/>
                </a:solidFill>
              </a:defRPr>
            </a:lvl7pPr>
            <a:lvl8pPr>
              <a:defRPr sz="1800" b="0">
                <a:solidFill>
                  <a:srgbClr val="162840"/>
                </a:solidFill>
              </a:defRPr>
            </a:lvl8pPr>
            <a:lvl9pPr>
              <a:defRPr sz="1800" b="0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62840"/>
                </a:solidFill>
              </a:defRPr>
            </a:pPr>
            <a:r>
              <a:rPr sz="1800" b="0">
                <a:solidFill>
                  <a:srgbClr val="162840"/>
                </a:solidFill>
              </a:rPr>
              <a:t>현재 적재 데이터를 샘플 엑셀 내용으로 교체합니다. 샘플 파일이 없으면 실패합니다.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2B3D01-5248-4FA8-8079-38F600CA1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5875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0">
                <a:solidFill>
                  <a:srgbClr val="52657A"/>
                </a:solidFill>
              </a:defRPr>
            </a:defPPr>
            <a:lvl1pPr>
              <a:defRPr sz="1650" b="0">
                <a:solidFill>
                  <a:srgbClr val="52657A"/>
                </a:solidFill>
              </a:defRPr>
            </a:lvl1pPr>
            <a:lvl2pPr>
              <a:defRPr sz="1650" b="0">
                <a:solidFill>
                  <a:srgbClr val="52657A"/>
                </a:solidFill>
              </a:defRPr>
            </a:lvl2pPr>
            <a:lvl3pPr>
              <a:defRPr sz="1650" b="0">
                <a:solidFill>
                  <a:srgbClr val="52657A"/>
                </a:solidFill>
              </a:defRPr>
            </a:lvl3pPr>
            <a:lvl4pPr>
              <a:defRPr sz="1650" b="0">
                <a:solidFill>
                  <a:srgbClr val="52657A"/>
                </a:solidFill>
              </a:defRPr>
            </a:lvl4pPr>
            <a:lvl5pPr>
              <a:defRPr sz="1650" b="0">
                <a:solidFill>
                  <a:srgbClr val="52657A"/>
                </a:solidFill>
              </a:defRPr>
            </a:lvl5pPr>
            <a:lvl6pPr>
              <a:defRPr sz="1650" b="0">
                <a:solidFill>
                  <a:srgbClr val="52657A"/>
                </a:solidFill>
              </a:defRPr>
            </a:lvl6pPr>
            <a:lvl7pPr>
              <a:defRPr sz="1650" b="0">
                <a:solidFill>
                  <a:srgbClr val="52657A"/>
                </a:solidFill>
              </a:defRPr>
            </a:lvl7pPr>
            <a:lvl8pPr>
              <a:defRPr sz="1650" b="0">
                <a:solidFill>
                  <a:srgbClr val="52657A"/>
                </a:solidFill>
              </a:defRPr>
            </a:lvl8pPr>
            <a:lvl9pPr>
              <a:defRPr sz="1650" b="0">
                <a:solidFill>
                  <a:srgbClr val="52657A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2657A"/>
                </a:solidFill>
              </a:defRPr>
            </a:pPr>
            <a:r>
              <a:rPr sz="1650" b="0">
                <a:solidFill>
                  <a:srgbClr val="52657A"/>
                </a:solidFill>
              </a:rPr>
              <a:t>두 작업 모두 현재 데이터에 직접 영향을 주며 화면이 새로고침됩니다.</a:t>
            </a:r>
          </a:p>
        </p:txBody>
      </p:sp>
    </p:spTree>
    <p:extLst>
      <p:ext uri="{BB962C8B-B14F-4D97-AF65-F5344CB8AC3E}">
        <p14:creationId xmlns:p14="http://schemas.microsoft.com/office/powerpoint/2010/main" val="36009273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72617C-E9DF-462F-8E74-3AC06908D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625" b="1">
                <a:solidFill>
                  <a:srgbClr val="162840"/>
                </a:solidFill>
              </a:defRPr>
            </a:defPPr>
            <a:lvl1pPr>
              <a:defRPr sz="2625" b="1">
                <a:solidFill>
                  <a:srgbClr val="162840"/>
                </a:solidFill>
              </a:defRPr>
            </a:lvl1pPr>
            <a:lvl2pPr>
              <a:defRPr sz="2625" b="1">
                <a:solidFill>
                  <a:srgbClr val="162840"/>
                </a:solidFill>
              </a:defRPr>
            </a:lvl2pPr>
            <a:lvl3pPr>
              <a:defRPr sz="2625" b="1">
                <a:solidFill>
                  <a:srgbClr val="162840"/>
                </a:solidFill>
              </a:defRPr>
            </a:lvl3pPr>
            <a:lvl4pPr>
              <a:defRPr sz="2625" b="1">
                <a:solidFill>
                  <a:srgbClr val="162840"/>
                </a:solidFill>
              </a:defRPr>
            </a:lvl4pPr>
            <a:lvl5pPr>
              <a:defRPr sz="2625" b="1">
                <a:solidFill>
                  <a:srgbClr val="162840"/>
                </a:solidFill>
              </a:defRPr>
            </a:lvl5pPr>
            <a:lvl6pPr>
              <a:defRPr sz="2625" b="1">
                <a:solidFill>
                  <a:srgbClr val="162840"/>
                </a:solidFill>
              </a:defRPr>
            </a:lvl6pPr>
            <a:lvl7pPr>
              <a:defRPr sz="2625" b="1">
                <a:solidFill>
                  <a:srgbClr val="162840"/>
                </a:solidFill>
              </a:defRPr>
            </a:lvl7pPr>
            <a:lvl8pPr>
              <a:defRPr sz="2625" b="1">
                <a:solidFill>
                  <a:srgbClr val="162840"/>
                </a:solidFill>
              </a:defRPr>
            </a:lvl8pPr>
            <a:lvl9pPr>
              <a:defRPr sz="2625" b="1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62840"/>
                </a:solidFill>
              </a:defRPr>
            </a:pPr>
            <a:r>
              <a:rPr sz="2625" b="1">
                <a:solidFill>
                  <a:srgbClr val="162840"/>
                </a:solidFill>
              </a:rPr>
              <a:t>공정 배치도 좌표 수정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54D778-76F4-457D-AC6B-97853A6F4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85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0">
                <a:solidFill>
                  <a:srgbClr val="52657A"/>
                </a:solidFill>
              </a:defRPr>
            </a:defPPr>
            <a:lvl1pPr>
              <a:defRPr sz="975" b="0">
                <a:solidFill>
                  <a:srgbClr val="52657A"/>
                </a:solidFill>
              </a:defRPr>
            </a:lvl1pPr>
            <a:lvl2pPr>
              <a:defRPr sz="975" b="0">
                <a:solidFill>
                  <a:srgbClr val="52657A"/>
                </a:solidFill>
              </a:defRPr>
            </a:lvl2pPr>
            <a:lvl3pPr>
              <a:defRPr sz="975" b="0">
                <a:solidFill>
                  <a:srgbClr val="52657A"/>
                </a:solidFill>
              </a:defRPr>
            </a:lvl3pPr>
            <a:lvl4pPr>
              <a:defRPr sz="975" b="0">
                <a:solidFill>
                  <a:srgbClr val="52657A"/>
                </a:solidFill>
              </a:defRPr>
            </a:lvl4pPr>
            <a:lvl5pPr>
              <a:defRPr sz="975" b="0">
                <a:solidFill>
                  <a:srgbClr val="52657A"/>
                </a:solidFill>
              </a:defRPr>
            </a:lvl5pPr>
            <a:lvl6pPr>
              <a:defRPr sz="975" b="0">
                <a:solidFill>
                  <a:srgbClr val="52657A"/>
                </a:solidFill>
              </a:defRPr>
            </a:lvl6pPr>
            <a:lvl7pPr>
              <a:defRPr sz="975" b="0">
                <a:solidFill>
                  <a:srgbClr val="52657A"/>
                </a:solidFill>
              </a:defRPr>
            </a:lvl7pPr>
            <a:lvl8pPr>
              <a:defRPr sz="975" b="0">
                <a:solidFill>
                  <a:srgbClr val="52657A"/>
                </a:solidFill>
              </a:defRPr>
            </a:lvl8pPr>
            <a:lvl9pPr>
              <a:defRPr sz="975" b="0">
                <a:solidFill>
                  <a:srgbClr val="52657A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2657A"/>
                </a:solidFill>
              </a:defRPr>
            </a:pPr>
            <a:r>
              <a:rPr sz="975" b="0">
                <a:solidFill>
                  <a:srgbClr val="52657A"/>
                </a:solidFill>
              </a:rPr>
              <a:t>조선 AX · 관리자 매뉴얼 · 13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5C1B85-9766-4B7A-AB7A-00957C21D99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7486d533ff4e5a"/>
          <a:stretch xmlns:a="http://schemas.openxmlformats.org/drawingml/2006/main"/>
        </p:blipFill>
        <p:spPr>
          <a:xfrm xmlns:a="http://schemas.openxmlformats.org/drawingml/2006/main">
            <a:off x="552450" y="1569761"/>
            <a:ext cx="7334250" cy="4128052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DAD576-F71B-476E-974C-090A05C2E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543050"/>
            <a:ext cx="3429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162840"/>
                </a:solidFill>
              </a:defRPr>
            </a:defPPr>
            <a:lvl1pPr>
              <a:defRPr sz="1575" b="0">
                <a:solidFill>
                  <a:srgbClr val="162840"/>
                </a:solidFill>
              </a:defRPr>
            </a:lvl1pPr>
            <a:lvl2pPr>
              <a:defRPr sz="1575" b="0">
                <a:solidFill>
                  <a:srgbClr val="162840"/>
                </a:solidFill>
              </a:defRPr>
            </a:lvl2pPr>
            <a:lvl3pPr>
              <a:defRPr sz="1575" b="0">
                <a:solidFill>
                  <a:srgbClr val="162840"/>
                </a:solidFill>
              </a:defRPr>
            </a:lvl3pPr>
            <a:lvl4pPr>
              <a:defRPr sz="1575" b="0">
                <a:solidFill>
                  <a:srgbClr val="162840"/>
                </a:solidFill>
              </a:defRPr>
            </a:lvl4pPr>
            <a:lvl5pPr>
              <a:defRPr sz="1575" b="0">
                <a:solidFill>
                  <a:srgbClr val="162840"/>
                </a:solidFill>
              </a:defRPr>
            </a:lvl5pPr>
            <a:lvl6pPr>
              <a:defRPr sz="1575" b="0">
                <a:solidFill>
                  <a:srgbClr val="162840"/>
                </a:solidFill>
              </a:defRPr>
            </a:lvl6pPr>
            <a:lvl7pPr>
              <a:defRPr sz="1575" b="0">
                <a:solidFill>
                  <a:srgbClr val="162840"/>
                </a:solidFill>
              </a:defRPr>
            </a:lvl7pPr>
            <a:lvl8pPr>
              <a:defRPr sz="1575" b="0">
                <a:solidFill>
                  <a:srgbClr val="162840"/>
                </a:solidFill>
              </a:defRPr>
            </a:lvl8pPr>
            <a:lvl9pPr>
              <a:defRPr sz="1575" b="0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62840"/>
                </a:solidFill>
              </a:defRPr>
            </a:pPr>
            <a:r>
              <a:rPr sz="1575" b="0">
                <a:solidFill>
                  <a:srgbClr val="162840"/>
                </a:solidFill>
              </a:rPr>
              <a:t>1. 설정 → 공정 배치도 수정을 엽니다.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F206EF-09D6-4F74-8500-B3BAD5063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581275"/>
            <a:ext cx="3429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162840"/>
                </a:solidFill>
              </a:defRPr>
            </a:defPPr>
            <a:lvl1pPr>
              <a:defRPr sz="1575" b="0">
                <a:solidFill>
                  <a:srgbClr val="162840"/>
                </a:solidFill>
              </a:defRPr>
            </a:lvl1pPr>
            <a:lvl2pPr>
              <a:defRPr sz="1575" b="0">
                <a:solidFill>
                  <a:srgbClr val="162840"/>
                </a:solidFill>
              </a:defRPr>
            </a:lvl2pPr>
            <a:lvl3pPr>
              <a:defRPr sz="1575" b="0">
                <a:solidFill>
                  <a:srgbClr val="162840"/>
                </a:solidFill>
              </a:defRPr>
            </a:lvl3pPr>
            <a:lvl4pPr>
              <a:defRPr sz="1575" b="0">
                <a:solidFill>
                  <a:srgbClr val="162840"/>
                </a:solidFill>
              </a:defRPr>
            </a:lvl4pPr>
            <a:lvl5pPr>
              <a:defRPr sz="1575" b="0">
                <a:solidFill>
                  <a:srgbClr val="162840"/>
                </a:solidFill>
              </a:defRPr>
            </a:lvl5pPr>
            <a:lvl6pPr>
              <a:defRPr sz="1575" b="0">
                <a:solidFill>
                  <a:srgbClr val="162840"/>
                </a:solidFill>
              </a:defRPr>
            </a:lvl6pPr>
            <a:lvl7pPr>
              <a:defRPr sz="1575" b="0">
                <a:solidFill>
                  <a:srgbClr val="162840"/>
                </a:solidFill>
              </a:defRPr>
            </a:lvl7pPr>
            <a:lvl8pPr>
              <a:defRPr sz="1575" b="0">
                <a:solidFill>
                  <a:srgbClr val="162840"/>
                </a:solidFill>
              </a:defRPr>
            </a:lvl8pPr>
            <a:lvl9pPr>
              <a:defRPr sz="1575" b="0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62840"/>
                </a:solidFill>
              </a:defRPr>
            </a:pPr>
            <a:r>
              <a:rPr sz="1575" b="0">
                <a:solidFill>
                  <a:srgbClr val="162840"/>
                </a:solidFill>
              </a:rPr>
              <a:t>2. 구역을 선택해 드래그하거나 X/Y를 입력합니다.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2D2DDF-EB0A-473D-BEA0-C3A0DD17D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19500"/>
            <a:ext cx="3429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162840"/>
                </a:solidFill>
              </a:defRPr>
            </a:defPPr>
            <a:lvl1pPr>
              <a:defRPr sz="1575" b="0">
                <a:solidFill>
                  <a:srgbClr val="162840"/>
                </a:solidFill>
              </a:defRPr>
            </a:lvl1pPr>
            <a:lvl2pPr>
              <a:defRPr sz="1575" b="0">
                <a:solidFill>
                  <a:srgbClr val="162840"/>
                </a:solidFill>
              </a:defRPr>
            </a:lvl2pPr>
            <a:lvl3pPr>
              <a:defRPr sz="1575" b="0">
                <a:solidFill>
                  <a:srgbClr val="162840"/>
                </a:solidFill>
              </a:defRPr>
            </a:lvl3pPr>
            <a:lvl4pPr>
              <a:defRPr sz="1575" b="0">
                <a:solidFill>
                  <a:srgbClr val="162840"/>
                </a:solidFill>
              </a:defRPr>
            </a:lvl4pPr>
            <a:lvl5pPr>
              <a:defRPr sz="1575" b="0">
                <a:solidFill>
                  <a:srgbClr val="162840"/>
                </a:solidFill>
              </a:defRPr>
            </a:lvl5pPr>
            <a:lvl6pPr>
              <a:defRPr sz="1575" b="0">
                <a:solidFill>
                  <a:srgbClr val="162840"/>
                </a:solidFill>
              </a:defRPr>
            </a:lvl6pPr>
            <a:lvl7pPr>
              <a:defRPr sz="1575" b="0">
                <a:solidFill>
                  <a:srgbClr val="162840"/>
                </a:solidFill>
              </a:defRPr>
            </a:lvl7pPr>
            <a:lvl8pPr>
              <a:defRPr sz="1575" b="0">
                <a:solidFill>
                  <a:srgbClr val="162840"/>
                </a:solidFill>
              </a:defRPr>
            </a:lvl8pPr>
            <a:lvl9pPr>
              <a:defRPr sz="1575" b="0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62840"/>
                </a:solidFill>
              </a:defRPr>
            </a:pPr>
            <a:r>
              <a:rPr sz="1575" b="0">
                <a:solidFill>
                  <a:srgbClr val="162840"/>
                </a:solidFill>
              </a:rPr>
              <a:t>3. 변경 내역·되돌리기로 초안을 검토합니다.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2B25AB-2C3E-4D65-A687-74E73A027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657725"/>
            <a:ext cx="3429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162840"/>
                </a:solidFill>
              </a:defRPr>
            </a:defPPr>
            <a:lvl1pPr>
              <a:defRPr sz="1575" b="0">
                <a:solidFill>
                  <a:srgbClr val="162840"/>
                </a:solidFill>
              </a:defRPr>
            </a:lvl1pPr>
            <a:lvl2pPr>
              <a:defRPr sz="1575" b="0">
                <a:solidFill>
                  <a:srgbClr val="162840"/>
                </a:solidFill>
              </a:defRPr>
            </a:lvl2pPr>
            <a:lvl3pPr>
              <a:defRPr sz="1575" b="0">
                <a:solidFill>
                  <a:srgbClr val="162840"/>
                </a:solidFill>
              </a:defRPr>
            </a:lvl3pPr>
            <a:lvl4pPr>
              <a:defRPr sz="1575" b="0">
                <a:solidFill>
                  <a:srgbClr val="162840"/>
                </a:solidFill>
              </a:defRPr>
            </a:lvl4pPr>
            <a:lvl5pPr>
              <a:defRPr sz="1575" b="0">
                <a:solidFill>
                  <a:srgbClr val="162840"/>
                </a:solidFill>
              </a:defRPr>
            </a:lvl5pPr>
            <a:lvl6pPr>
              <a:defRPr sz="1575" b="0">
                <a:solidFill>
                  <a:srgbClr val="162840"/>
                </a:solidFill>
              </a:defRPr>
            </a:lvl6pPr>
            <a:lvl7pPr>
              <a:defRPr sz="1575" b="0">
                <a:solidFill>
                  <a:srgbClr val="162840"/>
                </a:solidFill>
              </a:defRPr>
            </a:lvl7pPr>
            <a:lvl8pPr>
              <a:defRPr sz="1575" b="0">
                <a:solidFill>
                  <a:srgbClr val="162840"/>
                </a:solidFill>
              </a:defRPr>
            </a:lvl8pPr>
            <a:lvl9pPr>
              <a:defRPr sz="1575" b="0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62840"/>
                </a:solidFill>
              </a:defRPr>
            </a:pPr>
            <a:r>
              <a:rPr sz="1575" b="0">
                <a:solidFill>
                  <a:srgbClr val="162840"/>
                </a:solidFill>
              </a:rPr>
              <a:t>4. 배치 저장 후 화면 반영을 확인합니다.</a:t>
            </a:r>
          </a:p>
        </p:txBody>
      </p:sp>
    </p:spTree>
    <p:extLst>
      <p:ext uri="{BB962C8B-B14F-4D97-AF65-F5344CB8AC3E}">
        <p14:creationId xmlns:p14="http://schemas.microsoft.com/office/powerpoint/2010/main" val="52399344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117198-919D-4484-A58B-52DFAEF66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625" b="1">
                <a:solidFill>
                  <a:srgbClr val="162840"/>
                </a:solidFill>
              </a:defRPr>
            </a:defPPr>
            <a:lvl1pPr>
              <a:defRPr sz="2625" b="1">
                <a:solidFill>
                  <a:srgbClr val="162840"/>
                </a:solidFill>
              </a:defRPr>
            </a:lvl1pPr>
            <a:lvl2pPr>
              <a:defRPr sz="2625" b="1">
                <a:solidFill>
                  <a:srgbClr val="162840"/>
                </a:solidFill>
              </a:defRPr>
            </a:lvl2pPr>
            <a:lvl3pPr>
              <a:defRPr sz="2625" b="1">
                <a:solidFill>
                  <a:srgbClr val="162840"/>
                </a:solidFill>
              </a:defRPr>
            </a:lvl3pPr>
            <a:lvl4pPr>
              <a:defRPr sz="2625" b="1">
                <a:solidFill>
                  <a:srgbClr val="162840"/>
                </a:solidFill>
              </a:defRPr>
            </a:lvl4pPr>
            <a:lvl5pPr>
              <a:defRPr sz="2625" b="1">
                <a:solidFill>
                  <a:srgbClr val="162840"/>
                </a:solidFill>
              </a:defRPr>
            </a:lvl5pPr>
            <a:lvl6pPr>
              <a:defRPr sz="2625" b="1">
                <a:solidFill>
                  <a:srgbClr val="162840"/>
                </a:solidFill>
              </a:defRPr>
            </a:lvl6pPr>
            <a:lvl7pPr>
              <a:defRPr sz="2625" b="1">
                <a:solidFill>
                  <a:srgbClr val="162840"/>
                </a:solidFill>
              </a:defRPr>
            </a:lvl7pPr>
            <a:lvl8pPr>
              <a:defRPr sz="2625" b="1">
                <a:solidFill>
                  <a:srgbClr val="162840"/>
                </a:solidFill>
              </a:defRPr>
            </a:lvl8pPr>
            <a:lvl9pPr>
              <a:defRPr sz="2625" b="1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62840"/>
                </a:solidFill>
              </a:defRPr>
            </a:pPr>
            <a:r>
              <a:rPr sz="2625" b="1">
                <a:solidFill>
                  <a:srgbClr val="162840"/>
                </a:solidFill>
              </a:rPr>
              <a:t>좌표 저장 충돌과 반영 범위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8E990E-F839-46F5-81A8-9BDA5E75C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85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0">
                <a:solidFill>
                  <a:srgbClr val="52657A"/>
                </a:solidFill>
              </a:defRPr>
            </a:defPPr>
            <a:lvl1pPr>
              <a:defRPr sz="975" b="0">
                <a:solidFill>
                  <a:srgbClr val="52657A"/>
                </a:solidFill>
              </a:defRPr>
            </a:lvl1pPr>
            <a:lvl2pPr>
              <a:defRPr sz="975" b="0">
                <a:solidFill>
                  <a:srgbClr val="52657A"/>
                </a:solidFill>
              </a:defRPr>
            </a:lvl2pPr>
            <a:lvl3pPr>
              <a:defRPr sz="975" b="0">
                <a:solidFill>
                  <a:srgbClr val="52657A"/>
                </a:solidFill>
              </a:defRPr>
            </a:lvl3pPr>
            <a:lvl4pPr>
              <a:defRPr sz="975" b="0">
                <a:solidFill>
                  <a:srgbClr val="52657A"/>
                </a:solidFill>
              </a:defRPr>
            </a:lvl4pPr>
            <a:lvl5pPr>
              <a:defRPr sz="975" b="0">
                <a:solidFill>
                  <a:srgbClr val="52657A"/>
                </a:solidFill>
              </a:defRPr>
            </a:lvl5pPr>
            <a:lvl6pPr>
              <a:defRPr sz="975" b="0">
                <a:solidFill>
                  <a:srgbClr val="52657A"/>
                </a:solidFill>
              </a:defRPr>
            </a:lvl6pPr>
            <a:lvl7pPr>
              <a:defRPr sz="975" b="0">
                <a:solidFill>
                  <a:srgbClr val="52657A"/>
                </a:solidFill>
              </a:defRPr>
            </a:lvl7pPr>
            <a:lvl8pPr>
              <a:defRPr sz="975" b="0">
                <a:solidFill>
                  <a:srgbClr val="52657A"/>
                </a:solidFill>
              </a:defRPr>
            </a:lvl8pPr>
            <a:lvl9pPr>
              <a:defRPr sz="975" b="0">
                <a:solidFill>
                  <a:srgbClr val="52657A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2657A"/>
                </a:solidFill>
              </a:defRPr>
            </a:pPr>
            <a:r>
              <a:rPr sz="975" b="0">
                <a:solidFill>
                  <a:srgbClr val="52657A"/>
                </a:solidFill>
              </a:rPr>
              <a:t>조선 AX · 관리자 매뉴얼 · 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35C5E3-4541-42D2-9851-692CA1CD2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10382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162840"/>
                </a:solidFill>
              </a:defRPr>
            </a:defPPr>
            <a:lvl1pPr>
              <a:defRPr sz="1725" b="0">
                <a:solidFill>
                  <a:srgbClr val="162840"/>
                </a:solidFill>
              </a:defRPr>
            </a:lvl1pPr>
            <a:lvl2pPr>
              <a:defRPr sz="1725" b="0">
                <a:solidFill>
                  <a:srgbClr val="162840"/>
                </a:solidFill>
              </a:defRPr>
            </a:lvl2pPr>
            <a:lvl3pPr>
              <a:defRPr sz="1725" b="0">
                <a:solidFill>
                  <a:srgbClr val="162840"/>
                </a:solidFill>
              </a:defRPr>
            </a:lvl3pPr>
            <a:lvl4pPr>
              <a:defRPr sz="1725" b="0">
                <a:solidFill>
                  <a:srgbClr val="162840"/>
                </a:solidFill>
              </a:defRPr>
            </a:lvl4pPr>
            <a:lvl5pPr>
              <a:defRPr sz="1725" b="0">
                <a:solidFill>
                  <a:srgbClr val="162840"/>
                </a:solidFill>
              </a:defRPr>
            </a:lvl5pPr>
            <a:lvl6pPr>
              <a:defRPr sz="1725" b="0">
                <a:solidFill>
                  <a:srgbClr val="162840"/>
                </a:solidFill>
              </a:defRPr>
            </a:lvl6pPr>
            <a:lvl7pPr>
              <a:defRPr sz="1725" b="0">
                <a:solidFill>
                  <a:srgbClr val="162840"/>
                </a:solidFill>
              </a:defRPr>
            </a:lvl7pPr>
            <a:lvl8pPr>
              <a:defRPr sz="1725" b="0">
                <a:solidFill>
                  <a:srgbClr val="162840"/>
                </a:solidFill>
              </a:defRPr>
            </a:lvl8pPr>
            <a:lvl9pPr>
              <a:defRPr sz="1725" b="0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62840"/>
                </a:solidFill>
              </a:defRPr>
            </a:pPr>
            <a:r>
              <a:rPr sz="1725" b="0">
                <a:solidFill>
                  <a:srgbClr val="162840"/>
                </a:solidFill>
              </a:rPr>
              <a:t>1. 서버 좌표가 편집 시작 후 바뀌면 저장 요청 전체가 거부됩니다.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E08AF9-DDD1-44A3-8284-E73FAB8AB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95550"/>
            <a:ext cx="10382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162840"/>
                </a:solidFill>
              </a:defRPr>
            </a:defPPr>
            <a:lvl1pPr>
              <a:defRPr sz="1725" b="0">
                <a:solidFill>
                  <a:srgbClr val="162840"/>
                </a:solidFill>
              </a:defRPr>
            </a:lvl1pPr>
            <a:lvl2pPr>
              <a:defRPr sz="1725" b="0">
                <a:solidFill>
                  <a:srgbClr val="162840"/>
                </a:solidFill>
              </a:defRPr>
            </a:lvl2pPr>
            <a:lvl3pPr>
              <a:defRPr sz="1725" b="0">
                <a:solidFill>
                  <a:srgbClr val="162840"/>
                </a:solidFill>
              </a:defRPr>
            </a:lvl3pPr>
            <a:lvl4pPr>
              <a:defRPr sz="1725" b="0">
                <a:solidFill>
                  <a:srgbClr val="162840"/>
                </a:solidFill>
              </a:defRPr>
            </a:lvl4pPr>
            <a:lvl5pPr>
              <a:defRPr sz="1725" b="0">
                <a:solidFill>
                  <a:srgbClr val="162840"/>
                </a:solidFill>
              </a:defRPr>
            </a:lvl5pPr>
            <a:lvl6pPr>
              <a:defRPr sz="1725" b="0">
                <a:solidFill>
                  <a:srgbClr val="162840"/>
                </a:solidFill>
              </a:defRPr>
            </a:lvl6pPr>
            <a:lvl7pPr>
              <a:defRPr sz="1725" b="0">
                <a:solidFill>
                  <a:srgbClr val="162840"/>
                </a:solidFill>
              </a:defRPr>
            </a:lvl7pPr>
            <a:lvl8pPr>
              <a:defRPr sz="1725" b="0">
                <a:solidFill>
                  <a:srgbClr val="162840"/>
                </a:solidFill>
              </a:defRPr>
            </a:lvl8pPr>
            <a:lvl9pPr>
              <a:defRPr sz="1725" b="0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62840"/>
                </a:solidFill>
              </a:defRPr>
            </a:pPr>
            <a:r>
              <a:rPr sz="1725" b="0">
                <a:solidFill>
                  <a:srgbClr val="162840"/>
                </a:solidFill>
              </a:rPr>
              <a:t>2. ‘서버 배치 다시 불러오기’로 최신 배치를 읽고 다시 편집합니다.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6E39E1-CEF4-4652-910F-21128A904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62350"/>
            <a:ext cx="10382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162840"/>
                </a:solidFill>
              </a:defRPr>
            </a:defPPr>
            <a:lvl1pPr>
              <a:defRPr sz="1725" b="0">
                <a:solidFill>
                  <a:srgbClr val="162840"/>
                </a:solidFill>
              </a:defRPr>
            </a:lvl1pPr>
            <a:lvl2pPr>
              <a:defRPr sz="1725" b="0">
                <a:solidFill>
                  <a:srgbClr val="162840"/>
                </a:solidFill>
              </a:defRPr>
            </a:lvl2pPr>
            <a:lvl3pPr>
              <a:defRPr sz="1725" b="0">
                <a:solidFill>
                  <a:srgbClr val="162840"/>
                </a:solidFill>
              </a:defRPr>
            </a:lvl3pPr>
            <a:lvl4pPr>
              <a:defRPr sz="1725" b="0">
                <a:solidFill>
                  <a:srgbClr val="162840"/>
                </a:solidFill>
              </a:defRPr>
            </a:lvl4pPr>
            <a:lvl5pPr>
              <a:defRPr sz="1725" b="0">
                <a:solidFill>
                  <a:srgbClr val="162840"/>
                </a:solidFill>
              </a:defRPr>
            </a:lvl5pPr>
            <a:lvl6pPr>
              <a:defRPr sz="1725" b="0">
                <a:solidFill>
                  <a:srgbClr val="162840"/>
                </a:solidFill>
              </a:defRPr>
            </a:lvl6pPr>
            <a:lvl7pPr>
              <a:defRPr sz="1725" b="0">
                <a:solidFill>
                  <a:srgbClr val="162840"/>
                </a:solidFill>
              </a:defRPr>
            </a:lvl7pPr>
            <a:lvl8pPr>
              <a:defRPr sz="1725" b="0">
                <a:solidFill>
                  <a:srgbClr val="162840"/>
                </a:solidFill>
              </a:defRPr>
            </a:lvl8pPr>
            <a:lvl9pPr>
              <a:defRPr sz="1725" b="0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62840"/>
                </a:solidFill>
              </a:defRPr>
            </a:pPr>
            <a:r>
              <a:rPr sz="1725" b="0">
                <a:solidFill>
                  <a:srgbClr val="162840"/>
                </a:solidFill>
              </a:rPr>
              <a:t>3. 저장 후 현재 브라우저의 메인·상세·비교 배치에 반영됩니다.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D3D91A-0758-4F23-9385-1C5632CD5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29150"/>
            <a:ext cx="10382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162840"/>
                </a:solidFill>
              </a:defRPr>
            </a:defPPr>
            <a:lvl1pPr>
              <a:defRPr sz="1725" b="0">
                <a:solidFill>
                  <a:srgbClr val="162840"/>
                </a:solidFill>
              </a:defRPr>
            </a:lvl1pPr>
            <a:lvl2pPr>
              <a:defRPr sz="1725" b="0">
                <a:solidFill>
                  <a:srgbClr val="162840"/>
                </a:solidFill>
              </a:defRPr>
            </a:lvl2pPr>
            <a:lvl3pPr>
              <a:defRPr sz="1725" b="0">
                <a:solidFill>
                  <a:srgbClr val="162840"/>
                </a:solidFill>
              </a:defRPr>
            </a:lvl3pPr>
            <a:lvl4pPr>
              <a:defRPr sz="1725" b="0">
                <a:solidFill>
                  <a:srgbClr val="162840"/>
                </a:solidFill>
              </a:defRPr>
            </a:lvl4pPr>
            <a:lvl5pPr>
              <a:defRPr sz="1725" b="0">
                <a:solidFill>
                  <a:srgbClr val="162840"/>
                </a:solidFill>
              </a:defRPr>
            </a:lvl5pPr>
            <a:lvl6pPr>
              <a:defRPr sz="1725" b="0">
                <a:solidFill>
                  <a:srgbClr val="162840"/>
                </a:solidFill>
              </a:defRPr>
            </a:lvl6pPr>
            <a:lvl7pPr>
              <a:defRPr sz="1725" b="0">
                <a:solidFill>
                  <a:srgbClr val="162840"/>
                </a:solidFill>
              </a:defRPr>
            </a:lvl7pPr>
            <a:lvl8pPr>
              <a:defRPr sz="1725" b="0">
                <a:solidFill>
                  <a:srgbClr val="162840"/>
                </a:solidFill>
              </a:defRPr>
            </a:lvl8pPr>
            <a:lvl9pPr>
              <a:defRPr sz="1725" b="0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62840"/>
                </a:solidFill>
              </a:defRPr>
            </a:pPr>
            <a:r>
              <a:rPr sz="1725" b="0">
                <a:solidFill>
                  <a:srgbClr val="162840"/>
                </a:solidFill>
              </a:rPr>
              <a:t>4. 다른 브라우저는 새로고침해야 최신 좌표를 볼 수 있습니다.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B7A88C-B321-43D4-A125-EC6FCE2C2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52657A"/>
                </a:solidFill>
              </a:defRPr>
            </a:defPPr>
            <a:lvl1pPr>
              <a:defRPr sz="1500" b="0">
                <a:solidFill>
                  <a:srgbClr val="52657A"/>
                </a:solidFill>
              </a:defRPr>
            </a:lvl1pPr>
            <a:lvl2pPr>
              <a:defRPr sz="1500" b="0">
                <a:solidFill>
                  <a:srgbClr val="52657A"/>
                </a:solidFill>
              </a:defRPr>
            </a:lvl2pPr>
            <a:lvl3pPr>
              <a:defRPr sz="1500" b="0">
                <a:solidFill>
                  <a:srgbClr val="52657A"/>
                </a:solidFill>
              </a:defRPr>
            </a:lvl3pPr>
            <a:lvl4pPr>
              <a:defRPr sz="1500" b="0">
                <a:solidFill>
                  <a:srgbClr val="52657A"/>
                </a:solidFill>
              </a:defRPr>
            </a:lvl4pPr>
            <a:lvl5pPr>
              <a:defRPr sz="1500" b="0">
                <a:solidFill>
                  <a:srgbClr val="52657A"/>
                </a:solidFill>
              </a:defRPr>
            </a:lvl5pPr>
            <a:lvl6pPr>
              <a:defRPr sz="1500" b="0">
                <a:solidFill>
                  <a:srgbClr val="52657A"/>
                </a:solidFill>
              </a:defRPr>
            </a:lvl6pPr>
            <a:lvl7pPr>
              <a:defRPr sz="1500" b="0">
                <a:solidFill>
                  <a:srgbClr val="52657A"/>
                </a:solidFill>
              </a:defRPr>
            </a:lvl7pPr>
            <a:lvl8pPr>
              <a:defRPr sz="1500" b="0">
                <a:solidFill>
                  <a:srgbClr val="52657A"/>
                </a:solidFill>
              </a:defRPr>
            </a:lvl8pPr>
            <a:lvl9pPr>
              <a:defRPr sz="1500" b="0">
                <a:solidFill>
                  <a:srgbClr val="52657A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2657A"/>
                </a:solidFill>
              </a:defRPr>
            </a:pPr>
            <a:r>
              <a:rPr sz="1500" b="0">
                <a:solidFill>
                  <a:srgbClr val="52657A"/>
                </a:solidFill>
              </a:rPr>
              <a:t>좌표는 개념 배치용이며 자동 겹침 방지는 제공하지 않습니다.</a:t>
            </a:r>
          </a:p>
        </p:txBody>
      </p:sp>
    </p:spTree>
    <p:extLst>
      <p:ext uri="{BB962C8B-B14F-4D97-AF65-F5344CB8AC3E}">
        <p14:creationId xmlns:p14="http://schemas.microsoft.com/office/powerpoint/2010/main" val="109385205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F87EA6-3F41-490D-A3FE-609D7EC77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625" b="1">
                <a:solidFill>
                  <a:srgbClr val="162840"/>
                </a:solidFill>
              </a:defRPr>
            </a:defPPr>
            <a:lvl1pPr>
              <a:defRPr sz="2625" b="1">
                <a:solidFill>
                  <a:srgbClr val="162840"/>
                </a:solidFill>
              </a:defRPr>
            </a:lvl1pPr>
            <a:lvl2pPr>
              <a:defRPr sz="2625" b="1">
                <a:solidFill>
                  <a:srgbClr val="162840"/>
                </a:solidFill>
              </a:defRPr>
            </a:lvl2pPr>
            <a:lvl3pPr>
              <a:defRPr sz="2625" b="1">
                <a:solidFill>
                  <a:srgbClr val="162840"/>
                </a:solidFill>
              </a:defRPr>
            </a:lvl3pPr>
            <a:lvl4pPr>
              <a:defRPr sz="2625" b="1">
                <a:solidFill>
                  <a:srgbClr val="162840"/>
                </a:solidFill>
              </a:defRPr>
            </a:lvl4pPr>
            <a:lvl5pPr>
              <a:defRPr sz="2625" b="1">
                <a:solidFill>
                  <a:srgbClr val="162840"/>
                </a:solidFill>
              </a:defRPr>
            </a:lvl5pPr>
            <a:lvl6pPr>
              <a:defRPr sz="2625" b="1">
                <a:solidFill>
                  <a:srgbClr val="162840"/>
                </a:solidFill>
              </a:defRPr>
            </a:lvl6pPr>
            <a:lvl7pPr>
              <a:defRPr sz="2625" b="1">
                <a:solidFill>
                  <a:srgbClr val="162840"/>
                </a:solidFill>
              </a:defRPr>
            </a:lvl7pPr>
            <a:lvl8pPr>
              <a:defRPr sz="2625" b="1">
                <a:solidFill>
                  <a:srgbClr val="162840"/>
                </a:solidFill>
              </a:defRPr>
            </a:lvl8pPr>
            <a:lvl9pPr>
              <a:defRPr sz="2625" b="1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62840"/>
                </a:solidFill>
              </a:defRPr>
            </a:pPr>
            <a:r>
              <a:rPr sz="2625" b="1">
                <a:solidFill>
                  <a:srgbClr val="162840"/>
                </a:solidFill>
              </a:rPr>
              <a:t>관리 작업 후 확인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62E7FC-7DD7-40B6-AEE2-31F571D17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85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0">
                <a:solidFill>
                  <a:srgbClr val="52657A"/>
                </a:solidFill>
              </a:defRPr>
            </a:defPPr>
            <a:lvl1pPr>
              <a:defRPr sz="975" b="0">
                <a:solidFill>
                  <a:srgbClr val="52657A"/>
                </a:solidFill>
              </a:defRPr>
            </a:lvl1pPr>
            <a:lvl2pPr>
              <a:defRPr sz="975" b="0">
                <a:solidFill>
                  <a:srgbClr val="52657A"/>
                </a:solidFill>
              </a:defRPr>
            </a:lvl2pPr>
            <a:lvl3pPr>
              <a:defRPr sz="975" b="0">
                <a:solidFill>
                  <a:srgbClr val="52657A"/>
                </a:solidFill>
              </a:defRPr>
            </a:lvl3pPr>
            <a:lvl4pPr>
              <a:defRPr sz="975" b="0">
                <a:solidFill>
                  <a:srgbClr val="52657A"/>
                </a:solidFill>
              </a:defRPr>
            </a:lvl4pPr>
            <a:lvl5pPr>
              <a:defRPr sz="975" b="0">
                <a:solidFill>
                  <a:srgbClr val="52657A"/>
                </a:solidFill>
              </a:defRPr>
            </a:lvl5pPr>
            <a:lvl6pPr>
              <a:defRPr sz="975" b="0">
                <a:solidFill>
                  <a:srgbClr val="52657A"/>
                </a:solidFill>
              </a:defRPr>
            </a:lvl6pPr>
            <a:lvl7pPr>
              <a:defRPr sz="975" b="0">
                <a:solidFill>
                  <a:srgbClr val="52657A"/>
                </a:solidFill>
              </a:defRPr>
            </a:lvl7pPr>
            <a:lvl8pPr>
              <a:defRPr sz="975" b="0">
                <a:solidFill>
                  <a:srgbClr val="52657A"/>
                </a:solidFill>
              </a:defRPr>
            </a:lvl8pPr>
            <a:lvl9pPr>
              <a:defRPr sz="975" b="0">
                <a:solidFill>
                  <a:srgbClr val="52657A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2657A"/>
                </a:solidFill>
              </a:defRPr>
            </a:pPr>
            <a:r>
              <a:rPr sz="975" b="0">
                <a:solidFill>
                  <a:srgbClr val="52657A"/>
                </a:solidFill>
              </a:rPr>
              <a:t>조선 AX · 관리자 매뉴얼 · 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94DFD5-ADA0-474D-9828-9B0E987B0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1038225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162840"/>
                </a:solidFill>
              </a:defRPr>
            </a:defPPr>
            <a:lvl1pPr>
              <a:defRPr sz="1725" b="0">
                <a:solidFill>
                  <a:srgbClr val="162840"/>
                </a:solidFill>
              </a:defRPr>
            </a:lvl1pPr>
            <a:lvl2pPr>
              <a:defRPr sz="1725" b="0">
                <a:solidFill>
                  <a:srgbClr val="162840"/>
                </a:solidFill>
              </a:defRPr>
            </a:lvl2pPr>
            <a:lvl3pPr>
              <a:defRPr sz="1725" b="0">
                <a:solidFill>
                  <a:srgbClr val="162840"/>
                </a:solidFill>
              </a:defRPr>
            </a:lvl3pPr>
            <a:lvl4pPr>
              <a:defRPr sz="1725" b="0">
                <a:solidFill>
                  <a:srgbClr val="162840"/>
                </a:solidFill>
              </a:defRPr>
            </a:lvl4pPr>
            <a:lvl5pPr>
              <a:defRPr sz="1725" b="0">
                <a:solidFill>
                  <a:srgbClr val="162840"/>
                </a:solidFill>
              </a:defRPr>
            </a:lvl5pPr>
            <a:lvl6pPr>
              <a:defRPr sz="1725" b="0">
                <a:solidFill>
                  <a:srgbClr val="162840"/>
                </a:solidFill>
              </a:defRPr>
            </a:lvl6pPr>
            <a:lvl7pPr>
              <a:defRPr sz="1725" b="0">
                <a:solidFill>
                  <a:srgbClr val="162840"/>
                </a:solidFill>
              </a:defRPr>
            </a:lvl7pPr>
            <a:lvl8pPr>
              <a:defRPr sz="1725" b="0">
                <a:solidFill>
                  <a:srgbClr val="162840"/>
                </a:solidFill>
              </a:defRPr>
            </a:lvl8pPr>
            <a:lvl9pPr>
              <a:defRPr sz="1725" b="0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62840"/>
                </a:solidFill>
              </a:defRPr>
            </a:pPr>
            <a:r>
              <a:rPr sz="1725" b="0">
                <a:solidFill>
                  <a:srgbClr val="162840"/>
                </a:solidFill>
              </a:rPr>
              <a:t>1. 권한·계정 변경 후 저장 메시지와 사용자 목록을 다시 확인합니다.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5E5E80-2667-4E06-96FF-5FD20CB26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86025"/>
            <a:ext cx="1038225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162840"/>
                </a:solidFill>
              </a:defRPr>
            </a:defPPr>
            <a:lvl1pPr>
              <a:defRPr sz="1725" b="0">
                <a:solidFill>
                  <a:srgbClr val="162840"/>
                </a:solidFill>
              </a:defRPr>
            </a:lvl1pPr>
            <a:lvl2pPr>
              <a:defRPr sz="1725" b="0">
                <a:solidFill>
                  <a:srgbClr val="162840"/>
                </a:solidFill>
              </a:defRPr>
            </a:lvl2pPr>
            <a:lvl3pPr>
              <a:defRPr sz="1725" b="0">
                <a:solidFill>
                  <a:srgbClr val="162840"/>
                </a:solidFill>
              </a:defRPr>
            </a:lvl3pPr>
            <a:lvl4pPr>
              <a:defRPr sz="1725" b="0">
                <a:solidFill>
                  <a:srgbClr val="162840"/>
                </a:solidFill>
              </a:defRPr>
            </a:lvl4pPr>
            <a:lvl5pPr>
              <a:defRPr sz="1725" b="0">
                <a:solidFill>
                  <a:srgbClr val="162840"/>
                </a:solidFill>
              </a:defRPr>
            </a:lvl5pPr>
            <a:lvl6pPr>
              <a:defRPr sz="1725" b="0">
                <a:solidFill>
                  <a:srgbClr val="162840"/>
                </a:solidFill>
              </a:defRPr>
            </a:lvl6pPr>
            <a:lvl7pPr>
              <a:defRPr sz="1725" b="0">
                <a:solidFill>
                  <a:srgbClr val="162840"/>
                </a:solidFill>
              </a:defRPr>
            </a:lvl7pPr>
            <a:lvl8pPr>
              <a:defRPr sz="1725" b="0">
                <a:solidFill>
                  <a:srgbClr val="162840"/>
                </a:solidFill>
              </a:defRPr>
            </a:lvl8pPr>
            <a:lvl9pPr>
              <a:defRPr sz="1725" b="0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62840"/>
                </a:solidFill>
              </a:defRPr>
            </a:pPr>
            <a:r>
              <a:rPr sz="1725" b="0">
                <a:solidFill>
                  <a:srgbClr val="162840"/>
                </a:solidFill>
              </a:rPr>
              <a:t>2. 데이터 적재 후 테이블별 행 수와 운영현황을 확인합니다.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27FFCD-7BBE-4D61-B616-BD4D49B5C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43300"/>
            <a:ext cx="1038225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162840"/>
                </a:solidFill>
              </a:defRPr>
            </a:defPPr>
            <a:lvl1pPr>
              <a:defRPr sz="1725" b="0">
                <a:solidFill>
                  <a:srgbClr val="162840"/>
                </a:solidFill>
              </a:defRPr>
            </a:lvl1pPr>
            <a:lvl2pPr>
              <a:defRPr sz="1725" b="0">
                <a:solidFill>
                  <a:srgbClr val="162840"/>
                </a:solidFill>
              </a:defRPr>
            </a:lvl2pPr>
            <a:lvl3pPr>
              <a:defRPr sz="1725" b="0">
                <a:solidFill>
                  <a:srgbClr val="162840"/>
                </a:solidFill>
              </a:defRPr>
            </a:lvl3pPr>
            <a:lvl4pPr>
              <a:defRPr sz="1725" b="0">
                <a:solidFill>
                  <a:srgbClr val="162840"/>
                </a:solidFill>
              </a:defRPr>
            </a:lvl4pPr>
            <a:lvl5pPr>
              <a:defRPr sz="1725" b="0">
                <a:solidFill>
                  <a:srgbClr val="162840"/>
                </a:solidFill>
              </a:defRPr>
            </a:lvl5pPr>
            <a:lvl6pPr>
              <a:defRPr sz="1725" b="0">
                <a:solidFill>
                  <a:srgbClr val="162840"/>
                </a:solidFill>
              </a:defRPr>
            </a:lvl6pPr>
            <a:lvl7pPr>
              <a:defRPr sz="1725" b="0">
                <a:solidFill>
                  <a:srgbClr val="162840"/>
                </a:solidFill>
              </a:defRPr>
            </a:lvl7pPr>
            <a:lvl8pPr>
              <a:defRPr sz="1725" b="0">
                <a:solidFill>
                  <a:srgbClr val="162840"/>
                </a:solidFill>
              </a:defRPr>
            </a:lvl8pPr>
            <a:lvl9pPr>
              <a:defRPr sz="1725" b="0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62840"/>
                </a:solidFill>
              </a:defRPr>
            </a:pPr>
            <a:r>
              <a:rPr sz="1725" b="0">
                <a:solidFill>
                  <a:srgbClr val="162840"/>
                </a:solidFill>
              </a:rPr>
              <a:t>3. 초기화·복원 후 의도한 데이터 상태가 표시되는지 확인합니다.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C7344D-436A-4D88-B352-AFEDBB302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00575"/>
            <a:ext cx="1038225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162840"/>
                </a:solidFill>
              </a:defRPr>
            </a:defPPr>
            <a:lvl1pPr>
              <a:defRPr sz="1725" b="0">
                <a:solidFill>
                  <a:srgbClr val="162840"/>
                </a:solidFill>
              </a:defRPr>
            </a:lvl1pPr>
            <a:lvl2pPr>
              <a:defRPr sz="1725" b="0">
                <a:solidFill>
                  <a:srgbClr val="162840"/>
                </a:solidFill>
              </a:defRPr>
            </a:lvl2pPr>
            <a:lvl3pPr>
              <a:defRPr sz="1725" b="0">
                <a:solidFill>
                  <a:srgbClr val="162840"/>
                </a:solidFill>
              </a:defRPr>
            </a:lvl3pPr>
            <a:lvl4pPr>
              <a:defRPr sz="1725" b="0">
                <a:solidFill>
                  <a:srgbClr val="162840"/>
                </a:solidFill>
              </a:defRPr>
            </a:lvl4pPr>
            <a:lvl5pPr>
              <a:defRPr sz="1725" b="0">
                <a:solidFill>
                  <a:srgbClr val="162840"/>
                </a:solidFill>
              </a:defRPr>
            </a:lvl5pPr>
            <a:lvl6pPr>
              <a:defRPr sz="1725" b="0">
                <a:solidFill>
                  <a:srgbClr val="162840"/>
                </a:solidFill>
              </a:defRPr>
            </a:lvl6pPr>
            <a:lvl7pPr>
              <a:defRPr sz="1725" b="0">
                <a:solidFill>
                  <a:srgbClr val="162840"/>
                </a:solidFill>
              </a:defRPr>
            </a:lvl7pPr>
            <a:lvl8pPr>
              <a:defRPr sz="1725" b="0">
                <a:solidFill>
                  <a:srgbClr val="162840"/>
                </a:solidFill>
              </a:defRPr>
            </a:lvl8pPr>
            <a:lvl9pPr>
              <a:defRPr sz="1725" b="0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62840"/>
                </a:solidFill>
              </a:defRPr>
            </a:pPr>
            <a:r>
              <a:rPr sz="1725" b="0">
                <a:solidFill>
                  <a:srgbClr val="162840"/>
                </a:solidFill>
              </a:rPr>
              <a:t>4. 좌표 변경 후 배치 화면과 감사 이력의 변경 전·후 좌표를 봅니다.</a:t>
            </a:r>
          </a:p>
        </p:txBody>
      </p:sp>
    </p:spTree>
    <p:extLst>
      <p:ext uri="{BB962C8B-B14F-4D97-AF65-F5344CB8AC3E}">
        <p14:creationId xmlns:p14="http://schemas.microsoft.com/office/powerpoint/2010/main" val="63278488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2026-10-28T00:38:11.7530000Z</dcterms:created>
  <dcterms:modified xsi:type="dcterms:W3CDTF">2026-10-28T00:38:11.7530000Z</dcterms:modified>
</coreProperties>
</file>