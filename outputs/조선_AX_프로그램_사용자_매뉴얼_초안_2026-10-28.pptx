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e9ec64966a14ee0" /><Relationship Type="http://schemas.openxmlformats.org/officeDocument/2006/relationships/extended-properties" Target="/docProps/app.xml" Id="R71de257e075a4019" /><Relationship Type="http://schemas.openxmlformats.org/officeDocument/2006/relationships/officeDocument" Target="/ppt/presentation.xml" Id="R25b5d47a7593454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065fa31dc3a4a43"/>
  </p:sldMasterIdLst>
  <p:notesMasterIdLst>
    <p:notesMasterId xmlns:r="http://schemas.openxmlformats.org/officeDocument/2006/relationships" r:id="Rf44908791a664c13"/>
  </p:notesMasterIdLst>
  <p:sldIdLst>
    <p:sldId xmlns:r="http://schemas.openxmlformats.org/officeDocument/2006/relationships" id="256" r:id="Rd21c67f4206743cd"/>
    <p:sldId xmlns:r="http://schemas.openxmlformats.org/officeDocument/2006/relationships" id="257" r:id="Re809f50c73264d8a"/>
    <p:sldId xmlns:r="http://schemas.openxmlformats.org/officeDocument/2006/relationships" id="258" r:id="R02ad48a3ccbb4921"/>
    <p:sldId xmlns:r="http://schemas.openxmlformats.org/officeDocument/2006/relationships" id="259" r:id="R7d3a65d908ac4b78"/>
    <p:sldId xmlns:r="http://schemas.openxmlformats.org/officeDocument/2006/relationships" id="260" r:id="R8d6fceaf12064da2"/>
    <p:sldId xmlns:r="http://schemas.openxmlformats.org/officeDocument/2006/relationships" id="261" r:id="R7e4c4c22341246b4"/>
    <p:sldId xmlns:r="http://schemas.openxmlformats.org/officeDocument/2006/relationships" id="262" r:id="R9481830627bd4c78"/>
    <p:sldId xmlns:r="http://schemas.openxmlformats.org/officeDocument/2006/relationships" id="263" r:id="Rd9d3d0c8fce9434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10db3e888bf4e5f" /><Relationship Type="http://schemas.openxmlformats.org/officeDocument/2006/relationships/slideMaster" Target="/ppt/slideMasters/slideMaster1.xml" Id="Ra065fa31dc3a4a43" /><Relationship Type="http://schemas.openxmlformats.org/officeDocument/2006/relationships/notesMaster" Target="/ppt/notesMasters/notesMaster1.xml" Id="Rf44908791a664c13" /><Relationship Type="http://schemas.openxmlformats.org/officeDocument/2006/relationships/presProps" Target="/ppt/presProps.xml" Id="Rf8d2791862234017" /><Relationship Type="http://schemas.openxmlformats.org/officeDocument/2006/relationships/tableStyles" Target="/ppt/tableStyles.xml" Id="R2dbb6d0e8dcd47d7" /><Relationship Type="http://schemas.openxmlformats.org/officeDocument/2006/relationships/slide" Target="/ppt/slides/slide1.xml" Id="Rd21c67f4206743cd" /><Relationship Type="http://schemas.openxmlformats.org/officeDocument/2006/relationships/slide" Target="/ppt/slides/slide2.xml" Id="Re809f50c73264d8a" /><Relationship Type="http://schemas.openxmlformats.org/officeDocument/2006/relationships/slide" Target="/ppt/slides/slide3.xml" Id="R02ad48a3ccbb4921" /><Relationship Type="http://schemas.openxmlformats.org/officeDocument/2006/relationships/slide" Target="/ppt/slides/slide4.xml" Id="R7d3a65d908ac4b78" /><Relationship Type="http://schemas.openxmlformats.org/officeDocument/2006/relationships/slide" Target="/ppt/slides/slide5.xml" Id="R8d6fceaf12064da2" /><Relationship Type="http://schemas.openxmlformats.org/officeDocument/2006/relationships/slide" Target="/ppt/slides/slide6.xml" Id="R7e4c4c22341246b4" /><Relationship Type="http://schemas.openxmlformats.org/officeDocument/2006/relationships/slide" Target="/ppt/slides/slide7.xml" Id="R9481830627bd4c78" /><Relationship Type="http://schemas.openxmlformats.org/officeDocument/2006/relationships/slide" Target="/ppt/slides/slide8.xml" Id="Rd9d3d0c8fce9434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3279f00a45b481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793d103b95e4118" /><Relationship Type="http://schemas.openxmlformats.org/officeDocument/2006/relationships/notesMaster" Target="/ppt/notesMasters/notesMaster1.xml" Id="R1516edc799d942b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f718dea29ae4038" /><Relationship Type="http://schemas.openxmlformats.org/officeDocument/2006/relationships/notesMaster" Target="/ppt/notesMasters/notesMaster1.xml" Id="R073be7f81f224c0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a49ba0175494824" /><Relationship Type="http://schemas.openxmlformats.org/officeDocument/2006/relationships/notesMaster" Target="/ppt/notesMasters/notesMaster1.xml" Id="R8483f712d6494c3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326c1eb8eec4e07" /><Relationship Type="http://schemas.openxmlformats.org/officeDocument/2006/relationships/notesMaster" Target="/ppt/notesMasters/notesMaster1.xml" Id="R13e63b40cd7d4dd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c5874da8a3f49c4" /><Relationship Type="http://schemas.openxmlformats.org/officeDocument/2006/relationships/notesMaster" Target="/ppt/notesMasters/notesMaster1.xml" Id="R1872d0bd266b491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bcb0de739374fcb" /><Relationship Type="http://schemas.openxmlformats.org/officeDocument/2006/relationships/notesMaster" Target="/ppt/notesMasters/notesMaster1.xml" Id="R51ed2034d18d4a4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08ab87d22d34e3c" /><Relationship Type="http://schemas.openxmlformats.org/officeDocument/2006/relationships/notesMaster" Target="/ppt/notesMasters/notesMaster1.xml" Id="R907ee91a6537435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717c0aa245f4ee4" /><Relationship Type="http://schemas.openxmlformats.org/officeDocument/2006/relationships/notesMaster" Target="/ppt/notesMasters/notesMaster1.xml" Id="R742ecb58ea9b490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app/frontend/index.html, docs/기능.md. 화면 이미지는 outputs의 제품 구현 캡처를 사용한다.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app/frontend/index.html 737–746, 829–861행. 역할에 따라 담당 입력 메뉴와 설정 기능이 달라진다.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app/frontend/index.html 842–861행, docs/기능.md. 제품 구현 캡처: outputs/메인_2D_제품구현.png.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app/frontend/index.html 1025–1027행, docs/기능.md. 계획일과 실적 집계 종료일 기준은 다르다. 제품 구현 캡처: outputs/계획실적비교_제품적용.png.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docs/2D배치_좌표편집_과거재생_구현.md. 제품 구현 캡처: outputs/과거재생_제품구현.png. 과거 조회는 현재 적재 이력의 시점 재구성이다.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docs/CSV_폴더업로드_및_중복검증.md. 제품 구현 캡처: outputs/CSV_폴더업로드_검증.png. 여러 파일 중 오류가 있으면 전체 저장을 막는다.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app/frontend/index.html 1423–1462행, app/backend/Program.cs 423행. 운영요약 화면의 별도 제품 캡처가 저장소에 없어 이 슬라이드는 코드 확인 절차로 구성했다.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docs/2D배치_좌표편집_과거재생_구현.md. 제품 구현 캡처: outputs/좌표편집_제품구현.png. 관리자 권한이 필요하다.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be9909e98145a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bf43ffc13c4ec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7822f04c6d485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5f119b5e154e6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edf63e15ab46d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95dc09ba5a4bc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9D0C1DC-73F4-493B-9061-AA088233A3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8E37C23-E37F-4B10-98F0-E1DED6E0202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53C2D52-7564-46AD-89CA-DD1BDCB4AD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3702712-C214-4FA9-B561-E5E76B7AC3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DE7BCF2-BB6A-4E7A-9328-991F9018CF9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8FB745B-ACA2-496C-A704-58F630DDBA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B332341-C8C6-4828-B8E7-730DAC48334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83FB3CF-12B0-4280-8842-EC944E73AED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60F9CFA-1440-49AA-9A3D-74E6E7E746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B0C22F6-B183-4B10-B367-33CA112F075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f1a9ca6d8a34ad0" /><Relationship Type="http://schemas.openxmlformats.org/officeDocument/2006/relationships/slideLayout" Target="/ppt/slideLayouts/slideLayout1.xml" Id="R1865a2a18930446d" /><Relationship Type="http://schemas.openxmlformats.org/officeDocument/2006/relationships/slideLayout" Target="/ppt/slideLayouts/slideLayout2.xml" Id="R542c85a6b7524db3" /><Relationship Type="http://schemas.openxmlformats.org/officeDocument/2006/relationships/slideLayout" Target="/ppt/slideLayouts/slideLayout3.xml" Id="R294637c4b85a4498" /><Relationship Type="http://schemas.openxmlformats.org/officeDocument/2006/relationships/slideLayout" Target="/ppt/slideLayouts/slideLayout4.xml" Id="R1713b2fec0954f92" /><Relationship Type="http://schemas.openxmlformats.org/officeDocument/2006/relationships/slideLayout" Target="/ppt/slideLayouts/slideLayout5.xml" Id="R8e898ae900604029" /><Relationship Type="http://schemas.openxmlformats.org/officeDocument/2006/relationships/slideLayout" Target="/ppt/slideLayouts/slideLayout6.xml" Id="Ra41c09e99f084ae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865a2a18930446d"/>
    <p:sldLayoutId xmlns:r="http://schemas.openxmlformats.org/officeDocument/2006/relationships" id="2147483650" r:id="R542c85a6b7524db3"/>
    <p:sldLayoutId xmlns:r="http://schemas.openxmlformats.org/officeDocument/2006/relationships" id="2147483651" r:id="R294637c4b85a4498"/>
    <p:sldLayoutId xmlns:r="http://schemas.openxmlformats.org/officeDocument/2006/relationships" id="2147483652" r:id="R1713b2fec0954f92"/>
    <p:sldLayoutId xmlns:r="http://schemas.openxmlformats.org/officeDocument/2006/relationships" id="2147483653" r:id="R8e898ae900604029"/>
    <p:sldLayoutId xmlns:r="http://schemas.openxmlformats.org/officeDocument/2006/relationships" id="2147483654" r:id="Ra41c09e99f084ae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41f64a01a24ae5" /><Relationship Type="http://schemas.openxmlformats.org/officeDocument/2006/relationships/notesSlide" Target="/ppt/notesSlides/notesSlide1.xml" Id="R22018d0b72d0404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4ed6f4f2f048c1" /><Relationship Type="http://schemas.openxmlformats.org/officeDocument/2006/relationships/notesSlide" Target="/ppt/notesSlides/notesSlide2.xml" Id="R0b2488760d31430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b1c54b22e64c2c" /><Relationship Type="http://schemas.openxmlformats.org/officeDocument/2006/relationships/image" Target="/ppt/media/image.jpeg" Id="R0d465baad34946b5" /><Relationship Type="http://schemas.openxmlformats.org/officeDocument/2006/relationships/notesSlide" Target="/ppt/notesSlides/notesSlide3.xml" Id="R1c921e26943e490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a07eb9e4454458" /><Relationship Type="http://schemas.openxmlformats.org/officeDocument/2006/relationships/image" Target="/ppt/media/image2.jpeg" Id="R42d3c71e65064b02" /><Relationship Type="http://schemas.openxmlformats.org/officeDocument/2006/relationships/notesSlide" Target="/ppt/notesSlides/notesSlide4.xml" Id="Refff45826be54ec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abe8c63b31480a" /><Relationship Type="http://schemas.openxmlformats.org/officeDocument/2006/relationships/image" Target="/ppt/media/image3.jpeg" Id="Rb97ffc38ad3548b1" /><Relationship Type="http://schemas.openxmlformats.org/officeDocument/2006/relationships/notesSlide" Target="/ppt/notesSlides/notesSlide5.xml" Id="Rea3cdcd5ceef4fb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edb3c301c4407f" /><Relationship Type="http://schemas.openxmlformats.org/officeDocument/2006/relationships/image" Target="/ppt/media/image4.jpeg" Id="Rf74bdad77f134eec" /><Relationship Type="http://schemas.openxmlformats.org/officeDocument/2006/relationships/notesSlide" Target="/ppt/notesSlides/notesSlide6.xml" Id="Ra27ac3ded6184a6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a20df9ddaa4bad" /><Relationship Type="http://schemas.openxmlformats.org/officeDocument/2006/relationships/notesSlide" Target="/ppt/notesSlides/notesSlide7.xml" Id="Ra67ca0de216d419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1ea22a42044bc6" /><Relationship Type="http://schemas.openxmlformats.org/officeDocument/2006/relationships/image" Target="/ppt/media/image5.jpeg" Id="Re3af27c06ee74744" /><Relationship Type="http://schemas.openxmlformats.org/officeDocument/2006/relationships/notesSlide" Target="/ppt/notesSlides/notesSlide8.xml" Id="R782fe2a3ad03406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3AF087-8D0E-46E5-821D-1FDDE4B13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700" b="1">
                <a:solidFill>
                  <a:srgbClr val="14243C"/>
                </a:solidFill>
              </a:defRPr>
            </a:defPPr>
            <a:lvl1pPr>
              <a:defRPr sz="2700" b="1">
                <a:solidFill>
                  <a:srgbClr val="14243C"/>
                </a:solidFill>
              </a:defRPr>
            </a:lvl1pPr>
            <a:lvl2pPr>
              <a:defRPr sz="2700" b="1">
                <a:solidFill>
                  <a:srgbClr val="14243C"/>
                </a:solidFill>
              </a:defRPr>
            </a:lvl2pPr>
            <a:lvl3pPr>
              <a:defRPr sz="2700" b="1">
                <a:solidFill>
                  <a:srgbClr val="14243C"/>
                </a:solidFill>
              </a:defRPr>
            </a:lvl3pPr>
            <a:lvl4pPr>
              <a:defRPr sz="2700" b="1">
                <a:solidFill>
                  <a:srgbClr val="14243C"/>
                </a:solidFill>
              </a:defRPr>
            </a:lvl4pPr>
            <a:lvl5pPr>
              <a:defRPr sz="2700" b="1">
                <a:solidFill>
                  <a:srgbClr val="14243C"/>
                </a:solidFill>
              </a:defRPr>
            </a:lvl5pPr>
            <a:lvl6pPr>
              <a:defRPr sz="2700" b="1">
                <a:solidFill>
                  <a:srgbClr val="14243C"/>
                </a:solidFill>
              </a:defRPr>
            </a:lvl6pPr>
            <a:lvl7pPr>
              <a:defRPr sz="2700" b="1">
                <a:solidFill>
                  <a:srgbClr val="14243C"/>
                </a:solidFill>
              </a:defRPr>
            </a:lvl7pPr>
            <a:lvl8pPr>
              <a:defRPr sz="2700" b="1">
                <a:solidFill>
                  <a:srgbClr val="14243C"/>
                </a:solidFill>
              </a:defRPr>
            </a:lvl8pPr>
            <a:lvl9pPr>
              <a:defRPr sz="2700" b="1">
                <a:solidFill>
                  <a:srgbClr val="14243C"/>
                </a:solidFill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4243C"/>
                </a:solidFill>
              </a:defRPr>
            </a:pPr>
            <a:r>
              <a:rPr sz="2700" b="1">
                <a:solidFill>
                  <a:srgbClr val="14243C"/>
                </a:solidFill>
              </a:rPr>
              <a:t>조선 AX 프로그램 사용자 매뉴얼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65BA62-1399-465E-9D0A-AF235A3AD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51647B"/>
                </a:solidFill>
              </a:defRPr>
            </a:defPPr>
            <a:lvl1pPr>
              <a:defRPr sz="975" b="0">
                <a:solidFill>
                  <a:srgbClr val="51647B"/>
                </a:solidFill>
              </a:defRPr>
            </a:lvl1pPr>
            <a:lvl2pPr>
              <a:defRPr sz="975" b="0">
                <a:solidFill>
                  <a:srgbClr val="51647B"/>
                </a:solidFill>
              </a:defRPr>
            </a:lvl2pPr>
            <a:lvl3pPr>
              <a:defRPr sz="975" b="0">
                <a:solidFill>
                  <a:srgbClr val="51647B"/>
                </a:solidFill>
              </a:defRPr>
            </a:lvl3pPr>
            <a:lvl4pPr>
              <a:defRPr sz="975" b="0">
                <a:solidFill>
                  <a:srgbClr val="51647B"/>
                </a:solidFill>
              </a:defRPr>
            </a:lvl4pPr>
            <a:lvl5pPr>
              <a:defRPr sz="975" b="0">
                <a:solidFill>
                  <a:srgbClr val="51647B"/>
                </a:solidFill>
              </a:defRPr>
            </a:lvl5pPr>
            <a:lvl6pPr>
              <a:defRPr sz="975" b="0">
                <a:solidFill>
                  <a:srgbClr val="51647B"/>
                </a:solidFill>
              </a:defRPr>
            </a:lvl6pPr>
            <a:lvl7pPr>
              <a:defRPr sz="975" b="0">
                <a:solidFill>
                  <a:srgbClr val="51647B"/>
                </a:solidFill>
              </a:defRPr>
            </a:lvl7pPr>
            <a:lvl8pPr>
              <a:defRPr sz="975" b="0">
                <a:solidFill>
                  <a:srgbClr val="51647B"/>
                </a:solidFill>
              </a:defRPr>
            </a:lvl8pPr>
            <a:lvl9pPr>
              <a:defRPr sz="975" b="0">
                <a:solidFill>
                  <a:srgbClr val="51647B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1647B"/>
                </a:solidFill>
              </a:defRPr>
            </a:pPr>
            <a:r>
              <a:rPr sz="975" b="0">
                <a:solidFill>
                  <a:srgbClr val="51647B"/>
                </a:solidFill>
              </a:rPr>
              <a:t>조선 AX  |  사용자 매뉴얼 초안  |  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EDD904-8C47-4552-B76F-BC0E4228F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76375"/>
            <a:ext cx="685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250" b="1">
                <a:solidFill>
                  <a:srgbClr val="2367B3"/>
                </a:solidFill>
              </a:defRPr>
            </a:defPPr>
            <a:lvl1pPr>
              <a:defRPr sz="2250" b="1">
                <a:solidFill>
                  <a:srgbClr val="2367B3"/>
                </a:solidFill>
              </a:defRPr>
            </a:lvl1pPr>
            <a:lvl2pPr>
              <a:defRPr sz="2250" b="1">
                <a:solidFill>
                  <a:srgbClr val="2367B3"/>
                </a:solidFill>
              </a:defRPr>
            </a:lvl2pPr>
            <a:lvl3pPr>
              <a:defRPr sz="2250" b="1">
                <a:solidFill>
                  <a:srgbClr val="2367B3"/>
                </a:solidFill>
              </a:defRPr>
            </a:lvl3pPr>
            <a:lvl4pPr>
              <a:defRPr sz="2250" b="1">
                <a:solidFill>
                  <a:srgbClr val="2367B3"/>
                </a:solidFill>
              </a:defRPr>
            </a:lvl4pPr>
            <a:lvl5pPr>
              <a:defRPr sz="2250" b="1">
                <a:solidFill>
                  <a:srgbClr val="2367B3"/>
                </a:solidFill>
              </a:defRPr>
            </a:lvl5pPr>
            <a:lvl6pPr>
              <a:defRPr sz="2250" b="1">
                <a:solidFill>
                  <a:srgbClr val="2367B3"/>
                </a:solidFill>
              </a:defRPr>
            </a:lvl6pPr>
            <a:lvl7pPr>
              <a:defRPr sz="2250" b="1">
                <a:solidFill>
                  <a:srgbClr val="2367B3"/>
                </a:solidFill>
              </a:defRPr>
            </a:lvl7pPr>
            <a:lvl8pPr>
              <a:defRPr sz="2250" b="1">
                <a:solidFill>
                  <a:srgbClr val="2367B3"/>
                </a:solidFill>
              </a:defRPr>
            </a:lvl8pPr>
            <a:lvl9pPr>
              <a:defRPr sz="2250" b="1">
                <a:solidFill>
                  <a:srgbClr val="2367B3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367B3"/>
                </a:solidFill>
              </a:defRPr>
            </a:pPr>
            <a:r>
              <a:rPr sz="2250" b="1">
                <a:solidFill>
                  <a:srgbClr val="2367B3"/>
                </a:solidFill>
              </a:rPr>
              <a:t>화면별 기본 사용 절차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B2B8F3-63CA-4092-BCA4-18B88607D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33625"/>
            <a:ext cx="10287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0">
                <a:solidFill>
                  <a:srgbClr val="14243C"/>
                </a:solidFill>
              </a:defRPr>
            </a:defPPr>
            <a:lvl1pPr>
              <a:defRPr sz="2100" b="0">
                <a:solidFill>
                  <a:srgbClr val="14243C"/>
                </a:solidFill>
              </a:defRPr>
            </a:lvl1pPr>
            <a:lvl2pPr>
              <a:defRPr sz="2100" b="0">
                <a:solidFill>
                  <a:srgbClr val="14243C"/>
                </a:solidFill>
              </a:defRPr>
            </a:lvl2pPr>
            <a:lvl3pPr>
              <a:defRPr sz="2100" b="0">
                <a:solidFill>
                  <a:srgbClr val="14243C"/>
                </a:solidFill>
              </a:defRPr>
            </a:lvl3pPr>
            <a:lvl4pPr>
              <a:defRPr sz="2100" b="0">
                <a:solidFill>
                  <a:srgbClr val="14243C"/>
                </a:solidFill>
              </a:defRPr>
            </a:lvl4pPr>
            <a:lvl5pPr>
              <a:defRPr sz="2100" b="0">
                <a:solidFill>
                  <a:srgbClr val="14243C"/>
                </a:solidFill>
              </a:defRPr>
            </a:lvl5pPr>
            <a:lvl6pPr>
              <a:defRPr sz="2100" b="0">
                <a:solidFill>
                  <a:srgbClr val="14243C"/>
                </a:solidFill>
              </a:defRPr>
            </a:lvl6pPr>
            <a:lvl7pPr>
              <a:defRPr sz="2100" b="0">
                <a:solidFill>
                  <a:srgbClr val="14243C"/>
                </a:solidFill>
              </a:defRPr>
            </a:lvl7pPr>
            <a:lvl8pPr>
              <a:defRPr sz="2100" b="0">
                <a:solidFill>
                  <a:srgbClr val="14243C"/>
                </a:solidFill>
              </a:defRPr>
            </a:lvl8pPr>
            <a:lvl9pPr>
              <a:defRPr sz="2100" b="0">
                <a:solidFill>
                  <a:srgbClr val="14243C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43C"/>
                </a:solidFill>
              </a:defRPr>
            </a:pPr>
            <a:r>
              <a:rPr sz="2100" b="0">
                <a:solidFill>
                  <a:srgbClr val="14243C"/>
                </a:solidFill>
              </a:rPr>
              <a:t>운영현황 · 조회 · 상세 · 운영요약 · 데이터 업로드 · 설정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79F88C-21F8-4CC8-B17F-9D03E0BBD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05250"/>
            <a:ext cx="762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51647B"/>
                </a:solidFill>
              </a:defRPr>
            </a:defPPr>
            <a:lvl1pPr>
              <a:defRPr sz="1575" b="0">
                <a:solidFill>
                  <a:srgbClr val="51647B"/>
                </a:solidFill>
              </a:defRPr>
            </a:lvl1pPr>
            <a:lvl2pPr>
              <a:defRPr sz="1575" b="0">
                <a:solidFill>
                  <a:srgbClr val="51647B"/>
                </a:solidFill>
              </a:defRPr>
            </a:lvl2pPr>
            <a:lvl3pPr>
              <a:defRPr sz="1575" b="0">
                <a:solidFill>
                  <a:srgbClr val="51647B"/>
                </a:solidFill>
              </a:defRPr>
            </a:lvl3pPr>
            <a:lvl4pPr>
              <a:defRPr sz="1575" b="0">
                <a:solidFill>
                  <a:srgbClr val="51647B"/>
                </a:solidFill>
              </a:defRPr>
            </a:lvl4pPr>
            <a:lvl5pPr>
              <a:defRPr sz="1575" b="0">
                <a:solidFill>
                  <a:srgbClr val="51647B"/>
                </a:solidFill>
              </a:defRPr>
            </a:lvl5pPr>
            <a:lvl6pPr>
              <a:defRPr sz="1575" b="0">
                <a:solidFill>
                  <a:srgbClr val="51647B"/>
                </a:solidFill>
              </a:defRPr>
            </a:lvl6pPr>
            <a:lvl7pPr>
              <a:defRPr sz="1575" b="0">
                <a:solidFill>
                  <a:srgbClr val="51647B"/>
                </a:solidFill>
              </a:defRPr>
            </a:lvl7pPr>
            <a:lvl8pPr>
              <a:defRPr sz="1575" b="0">
                <a:solidFill>
                  <a:srgbClr val="51647B"/>
                </a:solidFill>
              </a:defRPr>
            </a:lvl8pPr>
            <a:lvl9pPr>
              <a:defRPr sz="1575" b="0">
                <a:solidFill>
                  <a:srgbClr val="51647B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1647B"/>
                </a:solidFill>
              </a:defRPr>
            </a:pPr>
            <a:r>
              <a:rPr sz="1575" b="0">
                <a:solidFill>
                  <a:srgbClr val="51647B"/>
                </a:solidFill>
              </a:rPr>
              <a:t>2026년 10월 28일 기준 · 초안</a:t>
            </a:r>
          </a:p>
        </p:txBody>
      </p:sp>
    </p:spTree>
    <p:extLst>
      <p:ext uri="{BB962C8B-B14F-4D97-AF65-F5344CB8AC3E}">
        <p14:creationId xmlns:p14="http://schemas.microsoft.com/office/powerpoint/2010/main" val="10469931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4E8F79-0190-454C-9D3B-E0B5A09BE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700" b="1">
                <a:solidFill>
                  <a:srgbClr val="14243C"/>
                </a:solidFill>
              </a:defRPr>
            </a:defPPr>
            <a:lvl1pPr>
              <a:defRPr sz="2700" b="1">
                <a:solidFill>
                  <a:srgbClr val="14243C"/>
                </a:solidFill>
              </a:defRPr>
            </a:lvl1pPr>
            <a:lvl2pPr>
              <a:defRPr sz="2700" b="1">
                <a:solidFill>
                  <a:srgbClr val="14243C"/>
                </a:solidFill>
              </a:defRPr>
            </a:lvl2pPr>
            <a:lvl3pPr>
              <a:defRPr sz="2700" b="1">
                <a:solidFill>
                  <a:srgbClr val="14243C"/>
                </a:solidFill>
              </a:defRPr>
            </a:lvl3pPr>
            <a:lvl4pPr>
              <a:defRPr sz="2700" b="1">
                <a:solidFill>
                  <a:srgbClr val="14243C"/>
                </a:solidFill>
              </a:defRPr>
            </a:lvl4pPr>
            <a:lvl5pPr>
              <a:defRPr sz="2700" b="1">
                <a:solidFill>
                  <a:srgbClr val="14243C"/>
                </a:solidFill>
              </a:defRPr>
            </a:lvl5pPr>
            <a:lvl6pPr>
              <a:defRPr sz="2700" b="1">
                <a:solidFill>
                  <a:srgbClr val="14243C"/>
                </a:solidFill>
              </a:defRPr>
            </a:lvl6pPr>
            <a:lvl7pPr>
              <a:defRPr sz="2700" b="1">
                <a:solidFill>
                  <a:srgbClr val="14243C"/>
                </a:solidFill>
              </a:defRPr>
            </a:lvl7pPr>
            <a:lvl8pPr>
              <a:defRPr sz="2700" b="1">
                <a:solidFill>
                  <a:srgbClr val="14243C"/>
                </a:solidFill>
              </a:defRPr>
            </a:lvl8pPr>
            <a:lvl9pPr>
              <a:defRPr sz="2700" b="1">
                <a:solidFill>
                  <a:srgbClr val="14243C"/>
                </a:solidFill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4243C"/>
                </a:solidFill>
              </a:defRPr>
            </a:pPr>
            <a:r>
              <a:rPr sz="2700" b="1">
                <a:solidFill>
                  <a:srgbClr val="14243C"/>
                </a:solidFill>
              </a:rPr>
              <a:t>로그인과 화면 이동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A25BA6-F4AD-4D8C-85CE-95BEEBF72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51647B"/>
                </a:solidFill>
              </a:defRPr>
            </a:defPPr>
            <a:lvl1pPr>
              <a:defRPr sz="975" b="0">
                <a:solidFill>
                  <a:srgbClr val="51647B"/>
                </a:solidFill>
              </a:defRPr>
            </a:lvl1pPr>
            <a:lvl2pPr>
              <a:defRPr sz="975" b="0">
                <a:solidFill>
                  <a:srgbClr val="51647B"/>
                </a:solidFill>
              </a:defRPr>
            </a:lvl2pPr>
            <a:lvl3pPr>
              <a:defRPr sz="975" b="0">
                <a:solidFill>
                  <a:srgbClr val="51647B"/>
                </a:solidFill>
              </a:defRPr>
            </a:lvl3pPr>
            <a:lvl4pPr>
              <a:defRPr sz="975" b="0">
                <a:solidFill>
                  <a:srgbClr val="51647B"/>
                </a:solidFill>
              </a:defRPr>
            </a:lvl4pPr>
            <a:lvl5pPr>
              <a:defRPr sz="975" b="0">
                <a:solidFill>
                  <a:srgbClr val="51647B"/>
                </a:solidFill>
              </a:defRPr>
            </a:lvl5pPr>
            <a:lvl6pPr>
              <a:defRPr sz="975" b="0">
                <a:solidFill>
                  <a:srgbClr val="51647B"/>
                </a:solidFill>
              </a:defRPr>
            </a:lvl6pPr>
            <a:lvl7pPr>
              <a:defRPr sz="975" b="0">
                <a:solidFill>
                  <a:srgbClr val="51647B"/>
                </a:solidFill>
              </a:defRPr>
            </a:lvl7pPr>
            <a:lvl8pPr>
              <a:defRPr sz="975" b="0">
                <a:solidFill>
                  <a:srgbClr val="51647B"/>
                </a:solidFill>
              </a:defRPr>
            </a:lvl8pPr>
            <a:lvl9pPr>
              <a:defRPr sz="975" b="0">
                <a:solidFill>
                  <a:srgbClr val="51647B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1647B"/>
                </a:solidFill>
              </a:defRPr>
            </a:pPr>
            <a:r>
              <a:rPr sz="975" b="0">
                <a:solidFill>
                  <a:srgbClr val="51647B"/>
                </a:solidFill>
              </a:rPr>
              <a:t>조선 AX  |  사용자 매뉴얼 초안  | 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546DAC-FB3F-476C-B712-4065E4662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0">
                <a:solidFill>
                  <a:srgbClr val="14243C"/>
                </a:solidFill>
              </a:defRPr>
            </a:defPPr>
            <a:lvl1pPr>
              <a:defRPr sz="2100" b="0">
                <a:solidFill>
                  <a:srgbClr val="14243C"/>
                </a:solidFill>
              </a:defRPr>
            </a:lvl1pPr>
            <a:lvl2pPr>
              <a:defRPr sz="2100" b="0">
                <a:solidFill>
                  <a:srgbClr val="14243C"/>
                </a:solidFill>
              </a:defRPr>
            </a:lvl2pPr>
            <a:lvl3pPr>
              <a:defRPr sz="2100" b="0">
                <a:solidFill>
                  <a:srgbClr val="14243C"/>
                </a:solidFill>
              </a:defRPr>
            </a:lvl3pPr>
            <a:lvl4pPr>
              <a:defRPr sz="2100" b="0">
                <a:solidFill>
                  <a:srgbClr val="14243C"/>
                </a:solidFill>
              </a:defRPr>
            </a:lvl4pPr>
            <a:lvl5pPr>
              <a:defRPr sz="2100" b="0">
                <a:solidFill>
                  <a:srgbClr val="14243C"/>
                </a:solidFill>
              </a:defRPr>
            </a:lvl5pPr>
            <a:lvl6pPr>
              <a:defRPr sz="2100" b="0">
                <a:solidFill>
                  <a:srgbClr val="14243C"/>
                </a:solidFill>
              </a:defRPr>
            </a:lvl6pPr>
            <a:lvl7pPr>
              <a:defRPr sz="2100" b="0">
                <a:solidFill>
                  <a:srgbClr val="14243C"/>
                </a:solidFill>
              </a:defRPr>
            </a:lvl7pPr>
            <a:lvl8pPr>
              <a:defRPr sz="2100" b="0">
                <a:solidFill>
                  <a:srgbClr val="14243C"/>
                </a:solidFill>
              </a:defRPr>
            </a:lvl8pPr>
            <a:lvl9pPr>
              <a:defRPr sz="2100" b="0">
                <a:solidFill>
                  <a:srgbClr val="14243C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43C"/>
                </a:solidFill>
              </a:defRPr>
            </a:pPr>
            <a:r>
              <a:rPr sz="2100" b="0">
                <a:solidFill>
                  <a:srgbClr val="14243C"/>
                </a:solidFill>
              </a:rPr>
              <a:t>1. 서버와 웹 화면을 실행한 뒤 계정으로 로그인합니다.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A08FC6-17F7-4987-B446-314809EA6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9825"/>
            <a:ext cx="10382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0">
                <a:solidFill>
                  <a:srgbClr val="14243C"/>
                </a:solidFill>
              </a:defRPr>
            </a:defPPr>
            <a:lvl1pPr>
              <a:defRPr sz="2100" b="0">
                <a:solidFill>
                  <a:srgbClr val="14243C"/>
                </a:solidFill>
              </a:defRPr>
            </a:lvl1pPr>
            <a:lvl2pPr>
              <a:defRPr sz="2100" b="0">
                <a:solidFill>
                  <a:srgbClr val="14243C"/>
                </a:solidFill>
              </a:defRPr>
            </a:lvl2pPr>
            <a:lvl3pPr>
              <a:defRPr sz="2100" b="0">
                <a:solidFill>
                  <a:srgbClr val="14243C"/>
                </a:solidFill>
              </a:defRPr>
            </a:lvl3pPr>
            <a:lvl4pPr>
              <a:defRPr sz="2100" b="0">
                <a:solidFill>
                  <a:srgbClr val="14243C"/>
                </a:solidFill>
              </a:defRPr>
            </a:lvl4pPr>
            <a:lvl5pPr>
              <a:defRPr sz="2100" b="0">
                <a:solidFill>
                  <a:srgbClr val="14243C"/>
                </a:solidFill>
              </a:defRPr>
            </a:lvl5pPr>
            <a:lvl6pPr>
              <a:defRPr sz="2100" b="0">
                <a:solidFill>
                  <a:srgbClr val="14243C"/>
                </a:solidFill>
              </a:defRPr>
            </a:lvl6pPr>
            <a:lvl7pPr>
              <a:defRPr sz="2100" b="0">
                <a:solidFill>
                  <a:srgbClr val="14243C"/>
                </a:solidFill>
              </a:defRPr>
            </a:lvl7pPr>
            <a:lvl8pPr>
              <a:defRPr sz="2100" b="0">
                <a:solidFill>
                  <a:srgbClr val="14243C"/>
                </a:solidFill>
              </a:defRPr>
            </a:lvl8pPr>
            <a:lvl9pPr>
              <a:defRPr sz="2100" b="0">
                <a:solidFill>
                  <a:srgbClr val="14243C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43C"/>
                </a:solidFill>
              </a:defRPr>
            </a:pPr>
            <a:r>
              <a:rPr sz="2100" b="0">
                <a:solidFill>
                  <a:srgbClr val="14243C"/>
                </a:solidFill>
              </a:rPr>
              <a:t>2. 상단 메뉴에서 운영현황, 조회, 설정, 담당 입력으로 이동합니다.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5B19F9-8A94-4334-9EA5-029C40612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7575"/>
            <a:ext cx="10382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0">
                <a:solidFill>
                  <a:srgbClr val="14243C"/>
                </a:solidFill>
              </a:defRPr>
            </a:defPPr>
            <a:lvl1pPr>
              <a:defRPr sz="2100" b="0">
                <a:solidFill>
                  <a:srgbClr val="14243C"/>
                </a:solidFill>
              </a:defRPr>
            </a:lvl1pPr>
            <a:lvl2pPr>
              <a:defRPr sz="2100" b="0">
                <a:solidFill>
                  <a:srgbClr val="14243C"/>
                </a:solidFill>
              </a:defRPr>
            </a:lvl2pPr>
            <a:lvl3pPr>
              <a:defRPr sz="2100" b="0">
                <a:solidFill>
                  <a:srgbClr val="14243C"/>
                </a:solidFill>
              </a:defRPr>
            </a:lvl3pPr>
            <a:lvl4pPr>
              <a:defRPr sz="2100" b="0">
                <a:solidFill>
                  <a:srgbClr val="14243C"/>
                </a:solidFill>
              </a:defRPr>
            </a:lvl4pPr>
            <a:lvl5pPr>
              <a:defRPr sz="2100" b="0">
                <a:solidFill>
                  <a:srgbClr val="14243C"/>
                </a:solidFill>
              </a:defRPr>
            </a:lvl5pPr>
            <a:lvl6pPr>
              <a:defRPr sz="2100" b="0">
                <a:solidFill>
                  <a:srgbClr val="14243C"/>
                </a:solidFill>
              </a:defRPr>
            </a:lvl6pPr>
            <a:lvl7pPr>
              <a:defRPr sz="2100" b="0">
                <a:solidFill>
                  <a:srgbClr val="14243C"/>
                </a:solidFill>
              </a:defRPr>
            </a:lvl7pPr>
            <a:lvl8pPr>
              <a:defRPr sz="2100" b="0">
                <a:solidFill>
                  <a:srgbClr val="14243C"/>
                </a:solidFill>
              </a:defRPr>
            </a:lvl8pPr>
            <a:lvl9pPr>
              <a:defRPr sz="2100" b="0">
                <a:solidFill>
                  <a:srgbClr val="14243C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43C"/>
                </a:solidFill>
              </a:defRPr>
            </a:pPr>
            <a:r>
              <a:rPr sz="2100" b="0">
                <a:solidFill>
                  <a:srgbClr val="14243C"/>
                </a:solidFill>
              </a:rPr>
              <a:t>3. 운영현황의 수치와 구역을 누르면 관련 조회 화면으로 이동합니다.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D1FEFF-04D8-4F04-B02E-26B0C501B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2367B3"/>
                </a:solidFill>
              </a:defRPr>
            </a:defPPr>
            <a:lvl1pPr>
              <a:defRPr sz="1875" b="1">
                <a:solidFill>
                  <a:srgbClr val="2367B3"/>
                </a:solidFill>
              </a:defRPr>
            </a:lvl1pPr>
            <a:lvl2pPr>
              <a:defRPr sz="1875" b="1">
                <a:solidFill>
                  <a:srgbClr val="2367B3"/>
                </a:solidFill>
              </a:defRPr>
            </a:lvl2pPr>
            <a:lvl3pPr>
              <a:defRPr sz="1875" b="1">
                <a:solidFill>
                  <a:srgbClr val="2367B3"/>
                </a:solidFill>
              </a:defRPr>
            </a:lvl3pPr>
            <a:lvl4pPr>
              <a:defRPr sz="1875" b="1">
                <a:solidFill>
                  <a:srgbClr val="2367B3"/>
                </a:solidFill>
              </a:defRPr>
            </a:lvl4pPr>
            <a:lvl5pPr>
              <a:defRPr sz="1875" b="1">
                <a:solidFill>
                  <a:srgbClr val="2367B3"/>
                </a:solidFill>
              </a:defRPr>
            </a:lvl5pPr>
            <a:lvl6pPr>
              <a:defRPr sz="1875" b="1">
                <a:solidFill>
                  <a:srgbClr val="2367B3"/>
                </a:solidFill>
              </a:defRPr>
            </a:lvl6pPr>
            <a:lvl7pPr>
              <a:defRPr sz="1875" b="1">
                <a:solidFill>
                  <a:srgbClr val="2367B3"/>
                </a:solidFill>
              </a:defRPr>
            </a:lvl7pPr>
            <a:lvl8pPr>
              <a:defRPr sz="1875" b="1">
                <a:solidFill>
                  <a:srgbClr val="2367B3"/>
                </a:solidFill>
              </a:defRPr>
            </a:lvl8pPr>
            <a:lvl9pPr>
              <a:defRPr sz="1875" b="1">
                <a:solidFill>
                  <a:srgbClr val="2367B3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367B3"/>
                </a:solidFill>
              </a:defRPr>
            </a:pPr>
            <a:r>
              <a:rPr sz="1875" b="1">
                <a:solidFill>
                  <a:srgbClr val="2367B3"/>
                </a:solidFill>
              </a:rPr>
              <a:t>표시 데이터는 최신 적재 상태와 기준시각에 따릅니다.</a:t>
            </a:r>
          </a:p>
        </p:txBody>
      </p:sp>
    </p:spTree>
    <p:extLst>
      <p:ext uri="{BB962C8B-B14F-4D97-AF65-F5344CB8AC3E}">
        <p14:creationId xmlns:p14="http://schemas.microsoft.com/office/powerpoint/2010/main" val="2981599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BFD447-7F6F-45BC-B705-42137340E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700" b="1">
                <a:solidFill>
                  <a:srgbClr val="14243C"/>
                </a:solidFill>
              </a:defRPr>
            </a:defPPr>
            <a:lvl1pPr>
              <a:defRPr sz="2700" b="1">
                <a:solidFill>
                  <a:srgbClr val="14243C"/>
                </a:solidFill>
              </a:defRPr>
            </a:lvl1pPr>
            <a:lvl2pPr>
              <a:defRPr sz="2700" b="1">
                <a:solidFill>
                  <a:srgbClr val="14243C"/>
                </a:solidFill>
              </a:defRPr>
            </a:lvl2pPr>
            <a:lvl3pPr>
              <a:defRPr sz="2700" b="1">
                <a:solidFill>
                  <a:srgbClr val="14243C"/>
                </a:solidFill>
              </a:defRPr>
            </a:lvl3pPr>
            <a:lvl4pPr>
              <a:defRPr sz="2700" b="1">
                <a:solidFill>
                  <a:srgbClr val="14243C"/>
                </a:solidFill>
              </a:defRPr>
            </a:lvl4pPr>
            <a:lvl5pPr>
              <a:defRPr sz="2700" b="1">
                <a:solidFill>
                  <a:srgbClr val="14243C"/>
                </a:solidFill>
              </a:defRPr>
            </a:lvl5pPr>
            <a:lvl6pPr>
              <a:defRPr sz="2700" b="1">
                <a:solidFill>
                  <a:srgbClr val="14243C"/>
                </a:solidFill>
              </a:defRPr>
            </a:lvl6pPr>
            <a:lvl7pPr>
              <a:defRPr sz="2700" b="1">
                <a:solidFill>
                  <a:srgbClr val="14243C"/>
                </a:solidFill>
              </a:defRPr>
            </a:lvl7pPr>
            <a:lvl8pPr>
              <a:defRPr sz="2700" b="1">
                <a:solidFill>
                  <a:srgbClr val="14243C"/>
                </a:solidFill>
              </a:defRPr>
            </a:lvl8pPr>
            <a:lvl9pPr>
              <a:defRPr sz="2700" b="1">
                <a:solidFill>
                  <a:srgbClr val="14243C"/>
                </a:solidFill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4243C"/>
                </a:solidFill>
              </a:defRPr>
            </a:pPr>
            <a:r>
              <a:rPr sz="2700" b="1">
                <a:solidFill>
                  <a:srgbClr val="14243C"/>
                </a:solidFill>
              </a:rPr>
              <a:t>운영현황: 전체 상태 확인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229227-D6BB-4051-A397-3810BEAA7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51647B"/>
                </a:solidFill>
              </a:defRPr>
            </a:defPPr>
            <a:lvl1pPr>
              <a:defRPr sz="975" b="0">
                <a:solidFill>
                  <a:srgbClr val="51647B"/>
                </a:solidFill>
              </a:defRPr>
            </a:lvl1pPr>
            <a:lvl2pPr>
              <a:defRPr sz="975" b="0">
                <a:solidFill>
                  <a:srgbClr val="51647B"/>
                </a:solidFill>
              </a:defRPr>
            </a:lvl2pPr>
            <a:lvl3pPr>
              <a:defRPr sz="975" b="0">
                <a:solidFill>
                  <a:srgbClr val="51647B"/>
                </a:solidFill>
              </a:defRPr>
            </a:lvl3pPr>
            <a:lvl4pPr>
              <a:defRPr sz="975" b="0">
                <a:solidFill>
                  <a:srgbClr val="51647B"/>
                </a:solidFill>
              </a:defRPr>
            </a:lvl4pPr>
            <a:lvl5pPr>
              <a:defRPr sz="975" b="0">
                <a:solidFill>
                  <a:srgbClr val="51647B"/>
                </a:solidFill>
              </a:defRPr>
            </a:lvl5pPr>
            <a:lvl6pPr>
              <a:defRPr sz="975" b="0">
                <a:solidFill>
                  <a:srgbClr val="51647B"/>
                </a:solidFill>
              </a:defRPr>
            </a:lvl6pPr>
            <a:lvl7pPr>
              <a:defRPr sz="975" b="0">
                <a:solidFill>
                  <a:srgbClr val="51647B"/>
                </a:solidFill>
              </a:defRPr>
            </a:lvl7pPr>
            <a:lvl8pPr>
              <a:defRPr sz="975" b="0">
                <a:solidFill>
                  <a:srgbClr val="51647B"/>
                </a:solidFill>
              </a:defRPr>
            </a:lvl8pPr>
            <a:lvl9pPr>
              <a:defRPr sz="975" b="0">
                <a:solidFill>
                  <a:srgbClr val="51647B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1647B"/>
                </a:solidFill>
              </a:defRPr>
            </a:pPr>
            <a:r>
              <a:rPr sz="975" b="0">
                <a:solidFill>
                  <a:srgbClr val="51647B"/>
                </a:solidFill>
              </a:rPr>
              <a:t>조선 AX  |  사용자 매뉴얼 초안  |  03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C2F7C7-3291-4F26-9F91-2F522DE3795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465baad34946b5"/>
          <a:stretch xmlns:a="http://schemas.openxmlformats.org/drawingml/2006/main"/>
        </p:blipFill>
        <p:spPr>
          <a:xfrm xmlns:a="http://schemas.openxmlformats.org/drawingml/2006/main">
            <a:off x="1138960" y="1695450"/>
            <a:ext cx="7513780" cy="42291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9874E6-1D6E-49E5-BCC1-4FEE97EB9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752600"/>
            <a:ext cx="228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4243C"/>
                </a:solidFill>
              </a:defRPr>
            </a:defPPr>
            <a:lvl1pPr>
              <a:defRPr sz="1650" b="0">
                <a:solidFill>
                  <a:srgbClr val="14243C"/>
                </a:solidFill>
              </a:defRPr>
            </a:lvl1pPr>
            <a:lvl2pPr>
              <a:defRPr sz="1650" b="0">
                <a:solidFill>
                  <a:srgbClr val="14243C"/>
                </a:solidFill>
              </a:defRPr>
            </a:lvl2pPr>
            <a:lvl3pPr>
              <a:defRPr sz="1650" b="0">
                <a:solidFill>
                  <a:srgbClr val="14243C"/>
                </a:solidFill>
              </a:defRPr>
            </a:lvl3pPr>
            <a:lvl4pPr>
              <a:defRPr sz="1650" b="0">
                <a:solidFill>
                  <a:srgbClr val="14243C"/>
                </a:solidFill>
              </a:defRPr>
            </a:lvl4pPr>
            <a:lvl5pPr>
              <a:defRPr sz="1650" b="0">
                <a:solidFill>
                  <a:srgbClr val="14243C"/>
                </a:solidFill>
              </a:defRPr>
            </a:lvl5pPr>
            <a:lvl6pPr>
              <a:defRPr sz="1650" b="0">
                <a:solidFill>
                  <a:srgbClr val="14243C"/>
                </a:solidFill>
              </a:defRPr>
            </a:lvl6pPr>
            <a:lvl7pPr>
              <a:defRPr sz="1650" b="0">
                <a:solidFill>
                  <a:srgbClr val="14243C"/>
                </a:solidFill>
              </a:defRPr>
            </a:lvl7pPr>
            <a:lvl8pPr>
              <a:defRPr sz="1650" b="0">
                <a:solidFill>
                  <a:srgbClr val="14243C"/>
                </a:solidFill>
              </a:defRPr>
            </a:lvl8pPr>
            <a:lvl9pPr>
              <a:defRPr sz="1650" b="0">
                <a:solidFill>
                  <a:srgbClr val="14243C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4243C"/>
                </a:solidFill>
              </a:defRPr>
            </a:pPr>
            <a:r>
              <a:rPr sz="1650" b="0">
                <a:solidFill>
                  <a:srgbClr val="14243C"/>
                </a:solidFill>
              </a:rPr>
              <a:t>1. 상단 네 지표 확인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232B30-E26A-4BA8-A927-8581A7E3C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686050"/>
            <a:ext cx="228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4243C"/>
                </a:solidFill>
              </a:defRPr>
            </a:defPPr>
            <a:lvl1pPr>
              <a:defRPr sz="1650" b="0">
                <a:solidFill>
                  <a:srgbClr val="14243C"/>
                </a:solidFill>
              </a:defRPr>
            </a:lvl1pPr>
            <a:lvl2pPr>
              <a:defRPr sz="1650" b="0">
                <a:solidFill>
                  <a:srgbClr val="14243C"/>
                </a:solidFill>
              </a:defRPr>
            </a:lvl2pPr>
            <a:lvl3pPr>
              <a:defRPr sz="1650" b="0">
                <a:solidFill>
                  <a:srgbClr val="14243C"/>
                </a:solidFill>
              </a:defRPr>
            </a:lvl3pPr>
            <a:lvl4pPr>
              <a:defRPr sz="1650" b="0">
                <a:solidFill>
                  <a:srgbClr val="14243C"/>
                </a:solidFill>
              </a:defRPr>
            </a:lvl4pPr>
            <a:lvl5pPr>
              <a:defRPr sz="1650" b="0">
                <a:solidFill>
                  <a:srgbClr val="14243C"/>
                </a:solidFill>
              </a:defRPr>
            </a:lvl5pPr>
            <a:lvl6pPr>
              <a:defRPr sz="1650" b="0">
                <a:solidFill>
                  <a:srgbClr val="14243C"/>
                </a:solidFill>
              </a:defRPr>
            </a:lvl6pPr>
            <a:lvl7pPr>
              <a:defRPr sz="1650" b="0">
                <a:solidFill>
                  <a:srgbClr val="14243C"/>
                </a:solidFill>
              </a:defRPr>
            </a:lvl7pPr>
            <a:lvl8pPr>
              <a:defRPr sz="1650" b="0">
                <a:solidFill>
                  <a:srgbClr val="14243C"/>
                </a:solidFill>
              </a:defRPr>
            </a:lvl8pPr>
            <a:lvl9pPr>
              <a:defRPr sz="1650" b="0">
                <a:solidFill>
                  <a:srgbClr val="14243C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4243C"/>
                </a:solidFill>
              </a:defRPr>
            </a:pPr>
            <a:r>
              <a:rPr sz="1650" b="0">
                <a:solidFill>
                  <a:srgbClr val="14243C"/>
                </a:solidFill>
              </a:rPr>
              <a:t>2. 공정 구역 선택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490D3E-6774-451B-BF46-9D841CAE6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619500"/>
            <a:ext cx="228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4243C"/>
                </a:solidFill>
              </a:defRPr>
            </a:defPPr>
            <a:lvl1pPr>
              <a:defRPr sz="1650" b="0">
                <a:solidFill>
                  <a:srgbClr val="14243C"/>
                </a:solidFill>
              </a:defRPr>
            </a:lvl1pPr>
            <a:lvl2pPr>
              <a:defRPr sz="1650" b="0">
                <a:solidFill>
                  <a:srgbClr val="14243C"/>
                </a:solidFill>
              </a:defRPr>
            </a:lvl2pPr>
            <a:lvl3pPr>
              <a:defRPr sz="1650" b="0">
                <a:solidFill>
                  <a:srgbClr val="14243C"/>
                </a:solidFill>
              </a:defRPr>
            </a:lvl3pPr>
            <a:lvl4pPr>
              <a:defRPr sz="1650" b="0">
                <a:solidFill>
                  <a:srgbClr val="14243C"/>
                </a:solidFill>
              </a:defRPr>
            </a:lvl4pPr>
            <a:lvl5pPr>
              <a:defRPr sz="1650" b="0">
                <a:solidFill>
                  <a:srgbClr val="14243C"/>
                </a:solidFill>
              </a:defRPr>
            </a:lvl5pPr>
            <a:lvl6pPr>
              <a:defRPr sz="1650" b="0">
                <a:solidFill>
                  <a:srgbClr val="14243C"/>
                </a:solidFill>
              </a:defRPr>
            </a:lvl6pPr>
            <a:lvl7pPr>
              <a:defRPr sz="1650" b="0">
                <a:solidFill>
                  <a:srgbClr val="14243C"/>
                </a:solidFill>
              </a:defRPr>
            </a:lvl7pPr>
            <a:lvl8pPr>
              <a:defRPr sz="1650" b="0">
                <a:solidFill>
                  <a:srgbClr val="14243C"/>
                </a:solidFill>
              </a:defRPr>
            </a:lvl8pPr>
            <a:lvl9pPr>
              <a:defRPr sz="1650" b="0">
                <a:solidFill>
                  <a:srgbClr val="14243C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4243C"/>
                </a:solidFill>
              </a:defRPr>
            </a:pPr>
            <a:r>
              <a:rPr sz="1650" b="0">
                <a:solidFill>
                  <a:srgbClr val="14243C"/>
                </a:solidFill>
              </a:rPr>
              <a:t>3. 주목할 작업 열기</a:t>
            </a:r>
          </a:p>
        </p:txBody>
      </p:sp>
    </p:spTree>
    <p:extLst>
      <p:ext uri="{BB962C8B-B14F-4D97-AF65-F5344CB8AC3E}">
        <p14:creationId xmlns:p14="http://schemas.microsoft.com/office/powerpoint/2010/main" val="3281314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56042A-DDC9-458C-A8EB-26543ED9F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700" b="1">
                <a:solidFill>
                  <a:srgbClr val="14243C"/>
                </a:solidFill>
              </a:defRPr>
            </a:defPPr>
            <a:lvl1pPr>
              <a:defRPr sz="2700" b="1">
                <a:solidFill>
                  <a:srgbClr val="14243C"/>
                </a:solidFill>
              </a:defRPr>
            </a:lvl1pPr>
            <a:lvl2pPr>
              <a:defRPr sz="2700" b="1">
                <a:solidFill>
                  <a:srgbClr val="14243C"/>
                </a:solidFill>
              </a:defRPr>
            </a:lvl2pPr>
            <a:lvl3pPr>
              <a:defRPr sz="2700" b="1">
                <a:solidFill>
                  <a:srgbClr val="14243C"/>
                </a:solidFill>
              </a:defRPr>
            </a:lvl3pPr>
            <a:lvl4pPr>
              <a:defRPr sz="2700" b="1">
                <a:solidFill>
                  <a:srgbClr val="14243C"/>
                </a:solidFill>
              </a:defRPr>
            </a:lvl4pPr>
            <a:lvl5pPr>
              <a:defRPr sz="2700" b="1">
                <a:solidFill>
                  <a:srgbClr val="14243C"/>
                </a:solidFill>
              </a:defRPr>
            </a:lvl5pPr>
            <a:lvl6pPr>
              <a:defRPr sz="2700" b="1">
                <a:solidFill>
                  <a:srgbClr val="14243C"/>
                </a:solidFill>
              </a:defRPr>
            </a:lvl6pPr>
            <a:lvl7pPr>
              <a:defRPr sz="2700" b="1">
                <a:solidFill>
                  <a:srgbClr val="14243C"/>
                </a:solidFill>
              </a:defRPr>
            </a:lvl7pPr>
            <a:lvl8pPr>
              <a:defRPr sz="2700" b="1">
                <a:solidFill>
                  <a:srgbClr val="14243C"/>
                </a:solidFill>
              </a:defRPr>
            </a:lvl8pPr>
            <a:lvl9pPr>
              <a:defRPr sz="2700" b="1">
                <a:solidFill>
                  <a:srgbClr val="14243C"/>
                </a:solidFill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4243C"/>
                </a:solidFill>
              </a:defRPr>
            </a:pPr>
            <a:r>
              <a:rPr sz="2700" b="1">
                <a:solidFill>
                  <a:srgbClr val="14243C"/>
                </a:solidFill>
              </a:rPr>
              <a:t>조회: 계획과 실적 비교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F69922-E217-4027-B1B4-401073982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51647B"/>
                </a:solidFill>
              </a:defRPr>
            </a:defPPr>
            <a:lvl1pPr>
              <a:defRPr sz="975" b="0">
                <a:solidFill>
                  <a:srgbClr val="51647B"/>
                </a:solidFill>
              </a:defRPr>
            </a:lvl1pPr>
            <a:lvl2pPr>
              <a:defRPr sz="975" b="0">
                <a:solidFill>
                  <a:srgbClr val="51647B"/>
                </a:solidFill>
              </a:defRPr>
            </a:lvl2pPr>
            <a:lvl3pPr>
              <a:defRPr sz="975" b="0">
                <a:solidFill>
                  <a:srgbClr val="51647B"/>
                </a:solidFill>
              </a:defRPr>
            </a:lvl3pPr>
            <a:lvl4pPr>
              <a:defRPr sz="975" b="0">
                <a:solidFill>
                  <a:srgbClr val="51647B"/>
                </a:solidFill>
              </a:defRPr>
            </a:lvl4pPr>
            <a:lvl5pPr>
              <a:defRPr sz="975" b="0">
                <a:solidFill>
                  <a:srgbClr val="51647B"/>
                </a:solidFill>
              </a:defRPr>
            </a:lvl5pPr>
            <a:lvl6pPr>
              <a:defRPr sz="975" b="0">
                <a:solidFill>
                  <a:srgbClr val="51647B"/>
                </a:solidFill>
              </a:defRPr>
            </a:lvl6pPr>
            <a:lvl7pPr>
              <a:defRPr sz="975" b="0">
                <a:solidFill>
                  <a:srgbClr val="51647B"/>
                </a:solidFill>
              </a:defRPr>
            </a:lvl7pPr>
            <a:lvl8pPr>
              <a:defRPr sz="975" b="0">
                <a:solidFill>
                  <a:srgbClr val="51647B"/>
                </a:solidFill>
              </a:defRPr>
            </a:lvl8pPr>
            <a:lvl9pPr>
              <a:defRPr sz="975" b="0">
                <a:solidFill>
                  <a:srgbClr val="51647B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1647B"/>
                </a:solidFill>
              </a:defRPr>
            </a:pPr>
            <a:r>
              <a:rPr sz="975" b="0">
                <a:solidFill>
                  <a:srgbClr val="51647B"/>
                </a:solidFill>
              </a:rPr>
              <a:t>조선 AX  |  사용자 매뉴얼 초안  |  04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0DAC8D-727A-4BDC-A573-F9E3726C4A1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d3c71e65064b02"/>
          <a:stretch xmlns:a="http://schemas.openxmlformats.org/drawingml/2006/main"/>
        </p:blipFill>
        <p:spPr>
          <a:xfrm xmlns:a="http://schemas.openxmlformats.org/drawingml/2006/main">
            <a:off x="3296325" y="1695450"/>
            <a:ext cx="3199051" cy="42291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4A577E-E804-48A1-A4D5-C940340B2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752600"/>
            <a:ext cx="228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4243C"/>
                </a:solidFill>
              </a:defRPr>
            </a:defPPr>
            <a:lvl1pPr>
              <a:defRPr sz="1650" b="0">
                <a:solidFill>
                  <a:srgbClr val="14243C"/>
                </a:solidFill>
              </a:defRPr>
            </a:lvl1pPr>
            <a:lvl2pPr>
              <a:defRPr sz="1650" b="0">
                <a:solidFill>
                  <a:srgbClr val="14243C"/>
                </a:solidFill>
              </a:defRPr>
            </a:lvl2pPr>
            <a:lvl3pPr>
              <a:defRPr sz="1650" b="0">
                <a:solidFill>
                  <a:srgbClr val="14243C"/>
                </a:solidFill>
              </a:defRPr>
            </a:lvl3pPr>
            <a:lvl4pPr>
              <a:defRPr sz="1650" b="0">
                <a:solidFill>
                  <a:srgbClr val="14243C"/>
                </a:solidFill>
              </a:defRPr>
            </a:lvl4pPr>
            <a:lvl5pPr>
              <a:defRPr sz="1650" b="0">
                <a:solidFill>
                  <a:srgbClr val="14243C"/>
                </a:solidFill>
              </a:defRPr>
            </a:lvl5pPr>
            <a:lvl6pPr>
              <a:defRPr sz="1650" b="0">
                <a:solidFill>
                  <a:srgbClr val="14243C"/>
                </a:solidFill>
              </a:defRPr>
            </a:lvl6pPr>
            <a:lvl7pPr>
              <a:defRPr sz="1650" b="0">
                <a:solidFill>
                  <a:srgbClr val="14243C"/>
                </a:solidFill>
              </a:defRPr>
            </a:lvl7pPr>
            <a:lvl8pPr>
              <a:defRPr sz="1650" b="0">
                <a:solidFill>
                  <a:srgbClr val="14243C"/>
                </a:solidFill>
              </a:defRPr>
            </a:lvl8pPr>
            <a:lvl9pPr>
              <a:defRPr sz="1650" b="0">
                <a:solidFill>
                  <a:srgbClr val="14243C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4243C"/>
                </a:solidFill>
              </a:defRPr>
            </a:pPr>
            <a:r>
              <a:rPr sz="1650" b="0">
                <a:solidFill>
                  <a:srgbClr val="14243C"/>
                </a:solidFill>
              </a:rPr>
              <a:t>1. 조회에서 비교 선택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C9F1C3-FA9D-4604-8803-805B962B0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686050"/>
            <a:ext cx="228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4243C"/>
                </a:solidFill>
              </a:defRPr>
            </a:defPPr>
            <a:lvl1pPr>
              <a:defRPr sz="1650" b="0">
                <a:solidFill>
                  <a:srgbClr val="14243C"/>
                </a:solidFill>
              </a:defRPr>
            </a:lvl1pPr>
            <a:lvl2pPr>
              <a:defRPr sz="1650" b="0">
                <a:solidFill>
                  <a:srgbClr val="14243C"/>
                </a:solidFill>
              </a:defRPr>
            </a:lvl2pPr>
            <a:lvl3pPr>
              <a:defRPr sz="1650" b="0">
                <a:solidFill>
                  <a:srgbClr val="14243C"/>
                </a:solidFill>
              </a:defRPr>
            </a:lvl3pPr>
            <a:lvl4pPr>
              <a:defRPr sz="1650" b="0">
                <a:solidFill>
                  <a:srgbClr val="14243C"/>
                </a:solidFill>
              </a:defRPr>
            </a:lvl4pPr>
            <a:lvl5pPr>
              <a:defRPr sz="1650" b="0">
                <a:solidFill>
                  <a:srgbClr val="14243C"/>
                </a:solidFill>
              </a:defRPr>
            </a:lvl5pPr>
            <a:lvl6pPr>
              <a:defRPr sz="1650" b="0">
                <a:solidFill>
                  <a:srgbClr val="14243C"/>
                </a:solidFill>
              </a:defRPr>
            </a:lvl6pPr>
            <a:lvl7pPr>
              <a:defRPr sz="1650" b="0">
                <a:solidFill>
                  <a:srgbClr val="14243C"/>
                </a:solidFill>
              </a:defRPr>
            </a:lvl7pPr>
            <a:lvl8pPr>
              <a:defRPr sz="1650" b="0">
                <a:solidFill>
                  <a:srgbClr val="14243C"/>
                </a:solidFill>
              </a:defRPr>
            </a:lvl8pPr>
            <a:lvl9pPr>
              <a:defRPr sz="1650" b="0">
                <a:solidFill>
                  <a:srgbClr val="14243C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4243C"/>
                </a:solidFill>
              </a:defRPr>
            </a:pPr>
            <a:r>
              <a:rPr sz="1650" b="0">
                <a:solidFill>
                  <a:srgbClr val="14243C"/>
                </a:solidFill>
              </a:rPr>
              <a:t>2. 공정과 기간 지정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8A33FB-3B0B-4644-84C5-B7AD5F7B3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619500"/>
            <a:ext cx="228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4243C"/>
                </a:solidFill>
              </a:defRPr>
            </a:defPPr>
            <a:lvl1pPr>
              <a:defRPr sz="1650" b="0">
                <a:solidFill>
                  <a:srgbClr val="14243C"/>
                </a:solidFill>
              </a:defRPr>
            </a:lvl1pPr>
            <a:lvl2pPr>
              <a:defRPr sz="1650" b="0">
                <a:solidFill>
                  <a:srgbClr val="14243C"/>
                </a:solidFill>
              </a:defRPr>
            </a:lvl2pPr>
            <a:lvl3pPr>
              <a:defRPr sz="1650" b="0">
                <a:solidFill>
                  <a:srgbClr val="14243C"/>
                </a:solidFill>
              </a:defRPr>
            </a:lvl3pPr>
            <a:lvl4pPr>
              <a:defRPr sz="1650" b="0">
                <a:solidFill>
                  <a:srgbClr val="14243C"/>
                </a:solidFill>
              </a:defRPr>
            </a:lvl4pPr>
            <a:lvl5pPr>
              <a:defRPr sz="1650" b="0">
                <a:solidFill>
                  <a:srgbClr val="14243C"/>
                </a:solidFill>
              </a:defRPr>
            </a:lvl5pPr>
            <a:lvl6pPr>
              <a:defRPr sz="1650" b="0">
                <a:solidFill>
                  <a:srgbClr val="14243C"/>
                </a:solidFill>
              </a:defRPr>
            </a:lvl6pPr>
            <a:lvl7pPr>
              <a:defRPr sz="1650" b="0">
                <a:solidFill>
                  <a:srgbClr val="14243C"/>
                </a:solidFill>
              </a:defRPr>
            </a:lvl7pPr>
            <a:lvl8pPr>
              <a:defRPr sz="1650" b="0">
                <a:solidFill>
                  <a:srgbClr val="14243C"/>
                </a:solidFill>
              </a:defRPr>
            </a:lvl8pPr>
            <a:lvl9pPr>
              <a:defRPr sz="1650" b="0">
                <a:solidFill>
                  <a:srgbClr val="14243C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4243C"/>
                </a:solidFill>
              </a:defRPr>
            </a:pPr>
            <a:r>
              <a:rPr sz="1650" b="0">
                <a:solidFill>
                  <a:srgbClr val="14243C"/>
                </a:solidFill>
              </a:rPr>
              <a:t>3. 일별·작업별 확인</a:t>
            </a:r>
          </a:p>
        </p:txBody>
      </p:sp>
    </p:spTree>
    <p:extLst>
      <p:ext uri="{BB962C8B-B14F-4D97-AF65-F5344CB8AC3E}">
        <p14:creationId xmlns:p14="http://schemas.microsoft.com/office/powerpoint/2010/main" val="15627117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E907AE-7DDD-4680-AE8E-82769BCF1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700" b="1">
                <a:solidFill>
                  <a:srgbClr val="14243C"/>
                </a:solidFill>
              </a:defRPr>
            </a:defPPr>
            <a:lvl1pPr>
              <a:defRPr sz="2700" b="1">
                <a:solidFill>
                  <a:srgbClr val="14243C"/>
                </a:solidFill>
              </a:defRPr>
            </a:lvl1pPr>
            <a:lvl2pPr>
              <a:defRPr sz="2700" b="1">
                <a:solidFill>
                  <a:srgbClr val="14243C"/>
                </a:solidFill>
              </a:defRPr>
            </a:lvl2pPr>
            <a:lvl3pPr>
              <a:defRPr sz="2700" b="1">
                <a:solidFill>
                  <a:srgbClr val="14243C"/>
                </a:solidFill>
              </a:defRPr>
            </a:lvl3pPr>
            <a:lvl4pPr>
              <a:defRPr sz="2700" b="1">
                <a:solidFill>
                  <a:srgbClr val="14243C"/>
                </a:solidFill>
              </a:defRPr>
            </a:lvl4pPr>
            <a:lvl5pPr>
              <a:defRPr sz="2700" b="1">
                <a:solidFill>
                  <a:srgbClr val="14243C"/>
                </a:solidFill>
              </a:defRPr>
            </a:lvl5pPr>
            <a:lvl6pPr>
              <a:defRPr sz="2700" b="1">
                <a:solidFill>
                  <a:srgbClr val="14243C"/>
                </a:solidFill>
              </a:defRPr>
            </a:lvl6pPr>
            <a:lvl7pPr>
              <a:defRPr sz="2700" b="1">
                <a:solidFill>
                  <a:srgbClr val="14243C"/>
                </a:solidFill>
              </a:defRPr>
            </a:lvl7pPr>
            <a:lvl8pPr>
              <a:defRPr sz="2700" b="1">
                <a:solidFill>
                  <a:srgbClr val="14243C"/>
                </a:solidFill>
              </a:defRPr>
            </a:lvl8pPr>
            <a:lvl9pPr>
              <a:defRPr sz="2700" b="1">
                <a:solidFill>
                  <a:srgbClr val="14243C"/>
                </a:solidFill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4243C"/>
                </a:solidFill>
              </a:defRPr>
            </a:pPr>
            <a:r>
              <a:rPr sz="2700" b="1">
                <a:solidFill>
                  <a:srgbClr val="14243C"/>
                </a:solidFill>
              </a:rPr>
              <a:t>상세: 작업 이력과 과거 재생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EA3A34-C98F-49E9-9EBE-EA04BFC97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51647B"/>
                </a:solidFill>
              </a:defRPr>
            </a:defPPr>
            <a:lvl1pPr>
              <a:defRPr sz="975" b="0">
                <a:solidFill>
                  <a:srgbClr val="51647B"/>
                </a:solidFill>
              </a:defRPr>
            </a:lvl1pPr>
            <a:lvl2pPr>
              <a:defRPr sz="975" b="0">
                <a:solidFill>
                  <a:srgbClr val="51647B"/>
                </a:solidFill>
              </a:defRPr>
            </a:lvl2pPr>
            <a:lvl3pPr>
              <a:defRPr sz="975" b="0">
                <a:solidFill>
                  <a:srgbClr val="51647B"/>
                </a:solidFill>
              </a:defRPr>
            </a:lvl3pPr>
            <a:lvl4pPr>
              <a:defRPr sz="975" b="0">
                <a:solidFill>
                  <a:srgbClr val="51647B"/>
                </a:solidFill>
              </a:defRPr>
            </a:lvl4pPr>
            <a:lvl5pPr>
              <a:defRPr sz="975" b="0">
                <a:solidFill>
                  <a:srgbClr val="51647B"/>
                </a:solidFill>
              </a:defRPr>
            </a:lvl5pPr>
            <a:lvl6pPr>
              <a:defRPr sz="975" b="0">
                <a:solidFill>
                  <a:srgbClr val="51647B"/>
                </a:solidFill>
              </a:defRPr>
            </a:lvl6pPr>
            <a:lvl7pPr>
              <a:defRPr sz="975" b="0">
                <a:solidFill>
                  <a:srgbClr val="51647B"/>
                </a:solidFill>
              </a:defRPr>
            </a:lvl7pPr>
            <a:lvl8pPr>
              <a:defRPr sz="975" b="0">
                <a:solidFill>
                  <a:srgbClr val="51647B"/>
                </a:solidFill>
              </a:defRPr>
            </a:lvl8pPr>
            <a:lvl9pPr>
              <a:defRPr sz="975" b="0">
                <a:solidFill>
                  <a:srgbClr val="51647B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1647B"/>
                </a:solidFill>
              </a:defRPr>
            </a:pPr>
            <a:r>
              <a:rPr sz="975" b="0">
                <a:solidFill>
                  <a:srgbClr val="51647B"/>
                </a:solidFill>
              </a:rPr>
              <a:t>조선 AX  |  사용자 매뉴얼 초안  |  05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B7F359-4B89-4671-94B0-616B532B89E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7ffc38ad3548b1"/>
          <a:stretch xmlns:a="http://schemas.openxmlformats.org/drawingml/2006/main"/>
        </p:blipFill>
        <p:spPr>
          <a:xfrm xmlns:a="http://schemas.openxmlformats.org/drawingml/2006/main">
            <a:off x="1138960" y="1695450"/>
            <a:ext cx="7513780" cy="42291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745228-3E44-4DEB-BEF2-ABEE6FD07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752600"/>
            <a:ext cx="228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4243C"/>
                </a:solidFill>
              </a:defRPr>
            </a:defPPr>
            <a:lvl1pPr>
              <a:defRPr sz="1500" b="0">
                <a:solidFill>
                  <a:srgbClr val="14243C"/>
                </a:solidFill>
              </a:defRPr>
            </a:lvl1pPr>
            <a:lvl2pPr>
              <a:defRPr sz="1500" b="0">
                <a:solidFill>
                  <a:srgbClr val="14243C"/>
                </a:solidFill>
              </a:defRPr>
            </a:lvl2pPr>
            <a:lvl3pPr>
              <a:defRPr sz="1500" b="0">
                <a:solidFill>
                  <a:srgbClr val="14243C"/>
                </a:solidFill>
              </a:defRPr>
            </a:lvl3pPr>
            <a:lvl4pPr>
              <a:defRPr sz="1500" b="0">
                <a:solidFill>
                  <a:srgbClr val="14243C"/>
                </a:solidFill>
              </a:defRPr>
            </a:lvl4pPr>
            <a:lvl5pPr>
              <a:defRPr sz="1500" b="0">
                <a:solidFill>
                  <a:srgbClr val="14243C"/>
                </a:solidFill>
              </a:defRPr>
            </a:lvl5pPr>
            <a:lvl6pPr>
              <a:defRPr sz="1500" b="0">
                <a:solidFill>
                  <a:srgbClr val="14243C"/>
                </a:solidFill>
              </a:defRPr>
            </a:lvl6pPr>
            <a:lvl7pPr>
              <a:defRPr sz="1500" b="0">
                <a:solidFill>
                  <a:srgbClr val="14243C"/>
                </a:solidFill>
              </a:defRPr>
            </a:lvl7pPr>
            <a:lvl8pPr>
              <a:defRPr sz="1500" b="0">
                <a:solidFill>
                  <a:srgbClr val="14243C"/>
                </a:solidFill>
              </a:defRPr>
            </a:lvl8pPr>
            <a:lvl9pPr>
              <a:defRPr sz="1500" b="0">
                <a:solidFill>
                  <a:srgbClr val="14243C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4243C"/>
                </a:solidFill>
              </a:defRPr>
            </a:pPr>
            <a:r>
              <a:rPr sz="1500" b="0">
                <a:solidFill>
                  <a:srgbClr val="14243C"/>
                </a:solidFill>
              </a:rPr>
              <a:t>1. 작업·블록 상세 열기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B7921D-2A0A-43C1-A6DF-C56029C0C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686050"/>
            <a:ext cx="228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4243C"/>
                </a:solidFill>
              </a:defRPr>
            </a:defPPr>
            <a:lvl1pPr>
              <a:defRPr sz="1500" b="0">
                <a:solidFill>
                  <a:srgbClr val="14243C"/>
                </a:solidFill>
              </a:defRPr>
            </a:lvl1pPr>
            <a:lvl2pPr>
              <a:defRPr sz="1500" b="0">
                <a:solidFill>
                  <a:srgbClr val="14243C"/>
                </a:solidFill>
              </a:defRPr>
            </a:lvl2pPr>
            <a:lvl3pPr>
              <a:defRPr sz="1500" b="0">
                <a:solidFill>
                  <a:srgbClr val="14243C"/>
                </a:solidFill>
              </a:defRPr>
            </a:lvl3pPr>
            <a:lvl4pPr>
              <a:defRPr sz="1500" b="0">
                <a:solidFill>
                  <a:srgbClr val="14243C"/>
                </a:solidFill>
              </a:defRPr>
            </a:lvl4pPr>
            <a:lvl5pPr>
              <a:defRPr sz="1500" b="0">
                <a:solidFill>
                  <a:srgbClr val="14243C"/>
                </a:solidFill>
              </a:defRPr>
            </a:lvl5pPr>
            <a:lvl6pPr>
              <a:defRPr sz="1500" b="0">
                <a:solidFill>
                  <a:srgbClr val="14243C"/>
                </a:solidFill>
              </a:defRPr>
            </a:lvl6pPr>
            <a:lvl7pPr>
              <a:defRPr sz="1500" b="0">
                <a:solidFill>
                  <a:srgbClr val="14243C"/>
                </a:solidFill>
              </a:defRPr>
            </a:lvl7pPr>
            <a:lvl8pPr>
              <a:defRPr sz="1500" b="0">
                <a:solidFill>
                  <a:srgbClr val="14243C"/>
                </a:solidFill>
              </a:defRPr>
            </a:lvl8pPr>
            <a:lvl9pPr>
              <a:defRPr sz="1500" b="0">
                <a:solidFill>
                  <a:srgbClr val="14243C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4243C"/>
                </a:solidFill>
              </a:defRPr>
            </a:pPr>
            <a:r>
              <a:rPr sz="1500" b="0">
                <a:solidFill>
                  <a:srgbClr val="14243C"/>
                </a:solidFill>
              </a:rPr>
              <a:t>2. 날짜와 시각 적용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9129B8-B5C0-4A17-B424-2B1CF0649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619500"/>
            <a:ext cx="228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4243C"/>
                </a:solidFill>
              </a:defRPr>
            </a:defPPr>
            <a:lvl1pPr>
              <a:defRPr sz="1500" b="0">
                <a:solidFill>
                  <a:srgbClr val="14243C"/>
                </a:solidFill>
              </a:defRPr>
            </a:lvl1pPr>
            <a:lvl2pPr>
              <a:defRPr sz="1500" b="0">
                <a:solidFill>
                  <a:srgbClr val="14243C"/>
                </a:solidFill>
              </a:defRPr>
            </a:lvl2pPr>
            <a:lvl3pPr>
              <a:defRPr sz="1500" b="0">
                <a:solidFill>
                  <a:srgbClr val="14243C"/>
                </a:solidFill>
              </a:defRPr>
            </a:lvl3pPr>
            <a:lvl4pPr>
              <a:defRPr sz="1500" b="0">
                <a:solidFill>
                  <a:srgbClr val="14243C"/>
                </a:solidFill>
              </a:defRPr>
            </a:lvl4pPr>
            <a:lvl5pPr>
              <a:defRPr sz="1500" b="0">
                <a:solidFill>
                  <a:srgbClr val="14243C"/>
                </a:solidFill>
              </a:defRPr>
            </a:lvl5pPr>
            <a:lvl6pPr>
              <a:defRPr sz="1500" b="0">
                <a:solidFill>
                  <a:srgbClr val="14243C"/>
                </a:solidFill>
              </a:defRPr>
            </a:lvl6pPr>
            <a:lvl7pPr>
              <a:defRPr sz="1500" b="0">
                <a:solidFill>
                  <a:srgbClr val="14243C"/>
                </a:solidFill>
              </a:defRPr>
            </a:lvl7pPr>
            <a:lvl8pPr>
              <a:defRPr sz="1500" b="0">
                <a:solidFill>
                  <a:srgbClr val="14243C"/>
                </a:solidFill>
              </a:defRPr>
            </a:lvl8pPr>
            <a:lvl9pPr>
              <a:defRPr sz="1500" b="0">
                <a:solidFill>
                  <a:srgbClr val="14243C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4243C"/>
                </a:solidFill>
              </a:defRPr>
            </a:pPr>
            <a:r>
              <a:rPr sz="1500" b="0">
                <a:solidFill>
                  <a:srgbClr val="14243C"/>
                </a:solidFill>
              </a:rPr>
              <a:t>3. 이동·재생·최신 복귀</a:t>
            </a:r>
          </a:p>
        </p:txBody>
      </p:sp>
    </p:spTree>
    <p:extLst>
      <p:ext uri="{BB962C8B-B14F-4D97-AF65-F5344CB8AC3E}">
        <p14:creationId xmlns:p14="http://schemas.microsoft.com/office/powerpoint/2010/main" val="113811663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B9AE05-5F46-4E3D-80E6-1FD930CE6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700" b="1">
                <a:solidFill>
                  <a:srgbClr val="14243C"/>
                </a:solidFill>
              </a:defRPr>
            </a:defPPr>
            <a:lvl1pPr>
              <a:defRPr sz="2700" b="1">
                <a:solidFill>
                  <a:srgbClr val="14243C"/>
                </a:solidFill>
              </a:defRPr>
            </a:lvl1pPr>
            <a:lvl2pPr>
              <a:defRPr sz="2700" b="1">
                <a:solidFill>
                  <a:srgbClr val="14243C"/>
                </a:solidFill>
              </a:defRPr>
            </a:lvl2pPr>
            <a:lvl3pPr>
              <a:defRPr sz="2700" b="1">
                <a:solidFill>
                  <a:srgbClr val="14243C"/>
                </a:solidFill>
              </a:defRPr>
            </a:lvl3pPr>
            <a:lvl4pPr>
              <a:defRPr sz="2700" b="1">
                <a:solidFill>
                  <a:srgbClr val="14243C"/>
                </a:solidFill>
              </a:defRPr>
            </a:lvl4pPr>
            <a:lvl5pPr>
              <a:defRPr sz="2700" b="1">
                <a:solidFill>
                  <a:srgbClr val="14243C"/>
                </a:solidFill>
              </a:defRPr>
            </a:lvl5pPr>
            <a:lvl6pPr>
              <a:defRPr sz="2700" b="1">
                <a:solidFill>
                  <a:srgbClr val="14243C"/>
                </a:solidFill>
              </a:defRPr>
            </a:lvl6pPr>
            <a:lvl7pPr>
              <a:defRPr sz="2700" b="1">
                <a:solidFill>
                  <a:srgbClr val="14243C"/>
                </a:solidFill>
              </a:defRPr>
            </a:lvl7pPr>
            <a:lvl8pPr>
              <a:defRPr sz="2700" b="1">
                <a:solidFill>
                  <a:srgbClr val="14243C"/>
                </a:solidFill>
              </a:defRPr>
            </a:lvl8pPr>
            <a:lvl9pPr>
              <a:defRPr sz="2700" b="1">
                <a:solidFill>
                  <a:srgbClr val="14243C"/>
                </a:solidFill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4243C"/>
                </a:solidFill>
              </a:defRPr>
            </a:pPr>
            <a:r>
              <a:rPr sz="2700" b="1">
                <a:solidFill>
                  <a:srgbClr val="14243C"/>
                </a:solidFill>
              </a:rPr>
              <a:t>데이터 업로드: CSV 검증과 저장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FFB9A1-14B0-4C76-9DFD-6F2466586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51647B"/>
                </a:solidFill>
              </a:defRPr>
            </a:defPPr>
            <a:lvl1pPr>
              <a:defRPr sz="975" b="0">
                <a:solidFill>
                  <a:srgbClr val="51647B"/>
                </a:solidFill>
              </a:defRPr>
            </a:lvl1pPr>
            <a:lvl2pPr>
              <a:defRPr sz="975" b="0">
                <a:solidFill>
                  <a:srgbClr val="51647B"/>
                </a:solidFill>
              </a:defRPr>
            </a:lvl2pPr>
            <a:lvl3pPr>
              <a:defRPr sz="975" b="0">
                <a:solidFill>
                  <a:srgbClr val="51647B"/>
                </a:solidFill>
              </a:defRPr>
            </a:lvl3pPr>
            <a:lvl4pPr>
              <a:defRPr sz="975" b="0">
                <a:solidFill>
                  <a:srgbClr val="51647B"/>
                </a:solidFill>
              </a:defRPr>
            </a:lvl4pPr>
            <a:lvl5pPr>
              <a:defRPr sz="975" b="0">
                <a:solidFill>
                  <a:srgbClr val="51647B"/>
                </a:solidFill>
              </a:defRPr>
            </a:lvl5pPr>
            <a:lvl6pPr>
              <a:defRPr sz="975" b="0">
                <a:solidFill>
                  <a:srgbClr val="51647B"/>
                </a:solidFill>
              </a:defRPr>
            </a:lvl6pPr>
            <a:lvl7pPr>
              <a:defRPr sz="975" b="0">
                <a:solidFill>
                  <a:srgbClr val="51647B"/>
                </a:solidFill>
              </a:defRPr>
            </a:lvl7pPr>
            <a:lvl8pPr>
              <a:defRPr sz="975" b="0">
                <a:solidFill>
                  <a:srgbClr val="51647B"/>
                </a:solidFill>
              </a:defRPr>
            </a:lvl8pPr>
            <a:lvl9pPr>
              <a:defRPr sz="975" b="0">
                <a:solidFill>
                  <a:srgbClr val="51647B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1647B"/>
                </a:solidFill>
              </a:defRPr>
            </a:pPr>
            <a:r>
              <a:rPr sz="975" b="0">
                <a:solidFill>
                  <a:srgbClr val="51647B"/>
                </a:solidFill>
              </a:rPr>
              <a:t>조선 AX  |  사용자 매뉴얼 초안  |  06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22B4B0-E039-4417-8C32-88F333E9B58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4bdad77f134eec"/>
          <a:stretch xmlns:a="http://schemas.openxmlformats.org/drawingml/2006/main"/>
        </p:blipFill>
        <p:spPr>
          <a:xfrm xmlns:a="http://schemas.openxmlformats.org/drawingml/2006/main">
            <a:off x="1557087" y="1695450"/>
            <a:ext cx="6677526" cy="42291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D2F329-9B60-4A3F-8B3D-210FF8D52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752600"/>
            <a:ext cx="228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4243C"/>
                </a:solidFill>
              </a:defRPr>
            </a:defPPr>
            <a:lvl1pPr>
              <a:defRPr sz="1500" b="0">
                <a:solidFill>
                  <a:srgbClr val="14243C"/>
                </a:solidFill>
              </a:defRPr>
            </a:lvl1pPr>
            <a:lvl2pPr>
              <a:defRPr sz="1500" b="0">
                <a:solidFill>
                  <a:srgbClr val="14243C"/>
                </a:solidFill>
              </a:defRPr>
            </a:lvl2pPr>
            <a:lvl3pPr>
              <a:defRPr sz="1500" b="0">
                <a:solidFill>
                  <a:srgbClr val="14243C"/>
                </a:solidFill>
              </a:defRPr>
            </a:lvl3pPr>
            <a:lvl4pPr>
              <a:defRPr sz="1500" b="0">
                <a:solidFill>
                  <a:srgbClr val="14243C"/>
                </a:solidFill>
              </a:defRPr>
            </a:lvl4pPr>
            <a:lvl5pPr>
              <a:defRPr sz="1500" b="0">
                <a:solidFill>
                  <a:srgbClr val="14243C"/>
                </a:solidFill>
              </a:defRPr>
            </a:lvl5pPr>
            <a:lvl6pPr>
              <a:defRPr sz="1500" b="0">
                <a:solidFill>
                  <a:srgbClr val="14243C"/>
                </a:solidFill>
              </a:defRPr>
            </a:lvl6pPr>
            <a:lvl7pPr>
              <a:defRPr sz="1500" b="0">
                <a:solidFill>
                  <a:srgbClr val="14243C"/>
                </a:solidFill>
              </a:defRPr>
            </a:lvl7pPr>
            <a:lvl8pPr>
              <a:defRPr sz="1500" b="0">
                <a:solidFill>
                  <a:srgbClr val="14243C"/>
                </a:solidFill>
              </a:defRPr>
            </a:lvl8pPr>
            <a:lvl9pPr>
              <a:defRPr sz="1500" b="0">
                <a:solidFill>
                  <a:srgbClr val="14243C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4243C"/>
                </a:solidFill>
              </a:defRPr>
            </a:pPr>
            <a:r>
              <a:rPr sz="1500" b="0">
                <a:solidFill>
                  <a:srgbClr val="14243C"/>
                </a:solidFill>
              </a:rPr>
              <a:t>1. 파일 또는 폴더 선택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4A91C6-8BD5-4B20-90AE-0CB2966E3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686050"/>
            <a:ext cx="228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4243C"/>
                </a:solidFill>
              </a:defRPr>
            </a:defPPr>
            <a:lvl1pPr>
              <a:defRPr sz="1500" b="0">
                <a:solidFill>
                  <a:srgbClr val="14243C"/>
                </a:solidFill>
              </a:defRPr>
            </a:lvl1pPr>
            <a:lvl2pPr>
              <a:defRPr sz="1500" b="0">
                <a:solidFill>
                  <a:srgbClr val="14243C"/>
                </a:solidFill>
              </a:defRPr>
            </a:lvl2pPr>
            <a:lvl3pPr>
              <a:defRPr sz="1500" b="0">
                <a:solidFill>
                  <a:srgbClr val="14243C"/>
                </a:solidFill>
              </a:defRPr>
            </a:lvl3pPr>
            <a:lvl4pPr>
              <a:defRPr sz="1500" b="0">
                <a:solidFill>
                  <a:srgbClr val="14243C"/>
                </a:solidFill>
              </a:defRPr>
            </a:lvl4pPr>
            <a:lvl5pPr>
              <a:defRPr sz="1500" b="0">
                <a:solidFill>
                  <a:srgbClr val="14243C"/>
                </a:solidFill>
              </a:defRPr>
            </a:lvl5pPr>
            <a:lvl6pPr>
              <a:defRPr sz="1500" b="0">
                <a:solidFill>
                  <a:srgbClr val="14243C"/>
                </a:solidFill>
              </a:defRPr>
            </a:lvl6pPr>
            <a:lvl7pPr>
              <a:defRPr sz="1500" b="0">
                <a:solidFill>
                  <a:srgbClr val="14243C"/>
                </a:solidFill>
              </a:defRPr>
            </a:lvl7pPr>
            <a:lvl8pPr>
              <a:defRPr sz="1500" b="0">
                <a:solidFill>
                  <a:srgbClr val="14243C"/>
                </a:solidFill>
              </a:defRPr>
            </a:lvl8pPr>
            <a:lvl9pPr>
              <a:defRPr sz="1500" b="0">
                <a:solidFill>
                  <a:srgbClr val="14243C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4243C"/>
                </a:solidFill>
              </a:defRPr>
            </a:pPr>
            <a:r>
              <a:rPr sz="1500" b="0">
                <a:solidFill>
                  <a:srgbClr val="14243C"/>
                </a:solidFill>
              </a:rPr>
              <a:t>2. 서버 검증 실행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D82F7F-E6EB-498C-8513-6FCE22F92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619500"/>
            <a:ext cx="228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4243C"/>
                </a:solidFill>
              </a:defRPr>
            </a:defPPr>
            <a:lvl1pPr>
              <a:defRPr sz="1500" b="0">
                <a:solidFill>
                  <a:srgbClr val="14243C"/>
                </a:solidFill>
              </a:defRPr>
            </a:lvl1pPr>
            <a:lvl2pPr>
              <a:defRPr sz="1500" b="0">
                <a:solidFill>
                  <a:srgbClr val="14243C"/>
                </a:solidFill>
              </a:defRPr>
            </a:lvl2pPr>
            <a:lvl3pPr>
              <a:defRPr sz="1500" b="0">
                <a:solidFill>
                  <a:srgbClr val="14243C"/>
                </a:solidFill>
              </a:defRPr>
            </a:lvl3pPr>
            <a:lvl4pPr>
              <a:defRPr sz="1500" b="0">
                <a:solidFill>
                  <a:srgbClr val="14243C"/>
                </a:solidFill>
              </a:defRPr>
            </a:lvl4pPr>
            <a:lvl5pPr>
              <a:defRPr sz="1500" b="0">
                <a:solidFill>
                  <a:srgbClr val="14243C"/>
                </a:solidFill>
              </a:defRPr>
            </a:lvl5pPr>
            <a:lvl6pPr>
              <a:defRPr sz="1500" b="0">
                <a:solidFill>
                  <a:srgbClr val="14243C"/>
                </a:solidFill>
              </a:defRPr>
            </a:lvl6pPr>
            <a:lvl7pPr>
              <a:defRPr sz="1500" b="0">
                <a:solidFill>
                  <a:srgbClr val="14243C"/>
                </a:solidFill>
              </a:defRPr>
            </a:lvl7pPr>
            <a:lvl8pPr>
              <a:defRPr sz="1500" b="0">
                <a:solidFill>
                  <a:srgbClr val="14243C"/>
                </a:solidFill>
              </a:defRPr>
            </a:lvl8pPr>
            <a:lvl9pPr>
              <a:defRPr sz="1500" b="0">
                <a:solidFill>
                  <a:srgbClr val="14243C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4243C"/>
                </a:solidFill>
              </a:defRPr>
            </a:pPr>
            <a:r>
              <a:rPr sz="1500" b="0">
                <a:solidFill>
                  <a:srgbClr val="14243C"/>
                </a:solidFill>
              </a:rPr>
              <a:t>3. 오류 0건이면 업로드</a:t>
            </a:r>
          </a:p>
        </p:txBody>
      </p:sp>
    </p:spTree>
    <p:extLst>
      <p:ext uri="{BB962C8B-B14F-4D97-AF65-F5344CB8AC3E}">
        <p14:creationId xmlns:p14="http://schemas.microsoft.com/office/powerpoint/2010/main" val="153857498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FF58CD-2D39-41ED-B4F0-268690827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700" b="1">
                <a:solidFill>
                  <a:srgbClr val="14243C"/>
                </a:solidFill>
              </a:defRPr>
            </a:defPPr>
            <a:lvl1pPr>
              <a:defRPr sz="2700" b="1">
                <a:solidFill>
                  <a:srgbClr val="14243C"/>
                </a:solidFill>
              </a:defRPr>
            </a:lvl1pPr>
            <a:lvl2pPr>
              <a:defRPr sz="2700" b="1">
                <a:solidFill>
                  <a:srgbClr val="14243C"/>
                </a:solidFill>
              </a:defRPr>
            </a:lvl2pPr>
            <a:lvl3pPr>
              <a:defRPr sz="2700" b="1">
                <a:solidFill>
                  <a:srgbClr val="14243C"/>
                </a:solidFill>
              </a:defRPr>
            </a:lvl3pPr>
            <a:lvl4pPr>
              <a:defRPr sz="2700" b="1">
                <a:solidFill>
                  <a:srgbClr val="14243C"/>
                </a:solidFill>
              </a:defRPr>
            </a:lvl4pPr>
            <a:lvl5pPr>
              <a:defRPr sz="2700" b="1">
                <a:solidFill>
                  <a:srgbClr val="14243C"/>
                </a:solidFill>
              </a:defRPr>
            </a:lvl5pPr>
            <a:lvl6pPr>
              <a:defRPr sz="2700" b="1">
                <a:solidFill>
                  <a:srgbClr val="14243C"/>
                </a:solidFill>
              </a:defRPr>
            </a:lvl6pPr>
            <a:lvl7pPr>
              <a:defRPr sz="2700" b="1">
                <a:solidFill>
                  <a:srgbClr val="14243C"/>
                </a:solidFill>
              </a:defRPr>
            </a:lvl7pPr>
            <a:lvl8pPr>
              <a:defRPr sz="2700" b="1">
                <a:solidFill>
                  <a:srgbClr val="14243C"/>
                </a:solidFill>
              </a:defRPr>
            </a:lvl8pPr>
            <a:lvl9pPr>
              <a:defRPr sz="2700" b="1">
                <a:solidFill>
                  <a:srgbClr val="14243C"/>
                </a:solidFill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4243C"/>
                </a:solidFill>
              </a:defRPr>
            </a:pPr>
            <a:r>
              <a:rPr sz="2700" b="1">
                <a:solidFill>
                  <a:srgbClr val="14243C"/>
                </a:solidFill>
              </a:rPr>
              <a:t>운영요약: 사실 검토와 복사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501353-DD7F-4379-BF6D-5229AE191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51647B"/>
                </a:solidFill>
              </a:defRPr>
            </a:defPPr>
            <a:lvl1pPr>
              <a:defRPr sz="975" b="0">
                <a:solidFill>
                  <a:srgbClr val="51647B"/>
                </a:solidFill>
              </a:defRPr>
            </a:lvl1pPr>
            <a:lvl2pPr>
              <a:defRPr sz="975" b="0">
                <a:solidFill>
                  <a:srgbClr val="51647B"/>
                </a:solidFill>
              </a:defRPr>
            </a:lvl2pPr>
            <a:lvl3pPr>
              <a:defRPr sz="975" b="0">
                <a:solidFill>
                  <a:srgbClr val="51647B"/>
                </a:solidFill>
              </a:defRPr>
            </a:lvl3pPr>
            <a:lvl4pPr>
              <a:defRPr sz="975" b="0">
                <a:solidFill>
                  <a:srgbClr val="51647B"/>
                </a:solidFill>
              </a:defRPr>
            </a:lvl4pPr>
            <a:lvl5pPr>
              <a:defRPr sz="975" b="0">
                <a:solidFill>
                  <a:srgbClr val="51647B"/>
                </a:solidFill>
              </a:defRPr>
            </a:lvl5pPr>
            <a:lvl6pPr>
              <a:defRPr sz="975" b="0">
                <a:solidFill>
                  <a:srgbClr val="51647B"/>
                </a:solidFill>
              </a:defRPr>
            </a:lvl6pPr>
            <a:lvl7pPr>
              <a:defRPr sz="975" b="0">
                <a:solidFill>
                  <a:srgbClr val="51647B"/>
                </a:solidFill>
              </a:defRPr>
            </a:lvl7pPr>
            <a:lvl8pPr>
              <a:defRPr sz="975" b="0">
                <a:solidFill>
                  <a:srgbClr val="51647B"/>
                </a:solidFill>
              </a:defRPr>
            </a:lvl8pPr>
            <a:lvl9pPr>
              <a:defRPr sz="975" b="0">
                <a:solidFill>
                  <a:srgbClr val="51647B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1647B"/>
                </a:solidFill>
              </a:defRPr>
            </a:pPr>
            <a:r>
              <a:rPr sz="975" b="0">
                <a:solidFill>
                  <a:srgbClr val="51647B"/>
                </a:solidFill>
              </a:rPr>
              <a:t>조선 AX  |  사용자 매뉴얼 초안  |  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B04B2B-6F4A-4090-97E7-5C84FC334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52575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0">
                <a:solidFill>
                  <a:srgbClr val="14243C"/>
                </a:solidFill>
              </a:defRPr>
            </a:defPPr>
            <a:lvl1pPr>
              <a:defRPr sz="2025" b="0">
                <a:solidFill>
                  <a:srgbClr val="14243C"/>
                </a:solidFill>
              </a:defRPr>
            </a:lvl1pPr>
            <a:lvl2pPr>
              <a:defRPr sz="2025" b="0">
                <a:solidFill>
                  <a:srgbClr val="14243C"/>
                </a:solidFill>
              </a:defRPr>
            </a:lvl2pPr>
            <a:lvl3pPr>
              <a:defRPr sz="2025" b="0">
                <a:solidFill>
                  <a:srgbClr val="14243C"/>
                </a:solidFill>
              </a:defRPr>
            </a:lvl3pPr>
            <a:lvl4pPr>
              <a:defRPr sz="2025" b="0">
                <a:solidFill>
                  <a:srgbClr val="14243C"/>
                </a:solidFill>
              </a:defRPr>
            </a:lvl4pPr>
            <a:lvl5pPr>
              <a:defRPr sz="2025" b="0">
                <a:solidFill>
                  <a:srgbClr val="14243C"/>
                </a:solidFill>
              </a:defRPr>
            </a:lvl5pPr>
            <a:lvl6pPr>
              <a:defRPr sz="2025" b="0">
                <a:solidFill>
                  <a:srgbClr val="14243C"/>
                </a:solidFill>
              </a:defRPr>
            </a:lvl6pPr>
            <a:lvl7pPr>
              <a:defRPr sz="2025" b="0">
                <a:solidFill>
                  <a:srgbClr val="14243C"/>
                </a:solidFill>
              </a:defRPr>
            </a:lvl7pPr>
            <a:lvl8pPr>
              <a:defRPr sz="2025" b="0">
                <a:solidFill>
                  <a:srgbClr val="14243C"/>
                </a:solidFill>
              </a:defRPr>
            </a:lvl8pPr>
            <a:lvl9pPr>
              <a:defRPr sz="2025" b="0">
                <a:solidFill>
                  <a:srgbClr val="14243C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4243C"/>
                </a:solidFill>
              </a:defRPr>
            </a:pPr>
            <a:r>
              <a:rPr sz="2025" b="0">
                <a:solidFill>
                  <a:srgbClr val="14243C"/>
                </a:solidFill>
              </a:rPr>
              <a:t>운영현황의 운영요약 메뉴를 엽니다.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754234-2174-4BF1-939B-B1348B3A0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3840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0">
                <a:solidFill>
                  <a:srgbClr val="14243C"/>
                </a:solidFill>
              </a:defRPr>
            </a:defPPr>
            <a:lvl1pPr>
              <a:defRPr sz="2025" b="0">
                <a:solidFill>
                  <a:srgbClr val="14243C"/>
                </a:solidFill>
              </a:defRPr>
            </a:lvl1pPr>
            <a:lvl2pPr>
              <a:defRPr sz="2025" b="0">
                <a:solidFill>
                  <a:srgbClr val="14243C"/>
                </a:solidFill>
              </a:defRPr>
            </a:lvl2pPr>
            <a:lvl3pPr>
              <a:defRPr sz="2025" b="0">
                <a:solidFill>
                  <a:srgbClr val="14243C"/>
                </a:solidFill>
              </a:defRPr>
            </a:lvl3pPr>
            <a:lvl4pPr>
              <a:defRPr sz="2025" b="0">
                <a:solidFill>
                  <a:srgbClr val="14243C"/>
                </a:solidFill>
              </a:defRPr>
            </a:lvl4pPr>
            <a:lvl5pPr>
              <a:defRPr sz="2025" b="0">
                <a:solidFill>
                  <a:srgbClr val="14243C"/>
                </a:solidFill>
              </a:defRPr>
            </a:lvl5pPr>
            <a:lvl6pPr>
              <a:defRPr sz="2025" b="0">
                <a:solidFill>
                  <a:srgbClr val="14243C"/>
                </a:solidFill>
              </a:defRPr>
            </a:lvl6pPr>
            <a:lvl7pPr>
              <a:defRPr sz="2025" b="0">
                <a:solidFill>
                  <a:srgbClr val="14243C"/>
                </a:solidFill>
              </a:defRPr>
            </a:lvl7pPr>
            <a:lvl8pPr>
              <a:defRPr sz="2025" b="0">
                <a:solidFill>
                  <a:srgbClr val="14243C"/>
                </a:solidFill>
              </a:defRPr>
            </a:lvl8pPr>
            <a:lvl9pPr>
              <a:defRPr sz="2025" b="0">
                <a:solidFill>
                  <a:srgbClr val="14243C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4243C"/>
                </a:solidFill>
              </a:defRPr>
            </a:pPr>
            <a:r>
              <a:rPr sz="2025" b="0">
                <a:solidFill>
                  <a:srgbClr val="14243C"/>
                </a:solidFill>
              </a:rPr>
              <a:t>관측 사실에서 기준시각·운영 지표·사건별 문장을 검토합니다.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73606D-3EF2-4454-BEEC-82DE3BF90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0">
                <a:solidFill>
                  <a:srgbClr val="14243C"/>
                </a:solidFill>
              </a:defRPr>
            </a:defPPr>
            <a:lvl1pPr>
              <a:defRPr sz="2025" b="0">
                <a:solidFill>
                  <a:srgbClr val="14243C"/>
                </a:solidFill>
              </a:defRPr>
            </a:lvl1pPr>
            <a:lvl2pPr>
              <a:defRPr sz="2025" b="0">
                <a:solidFill>
                  <a:srgbClr val="14243C"/>
                </a:solidFill>
              </a:defRPr>
            </a:lvl2pPr>
            <a:lvl3pPr>
              <a:defRPr sz="2025" b="0">
                <a:solidFill>
                  <a:srgbClr val="14243C"/>
                </a:solidFill>
              </a:defRPr>
            </a:lvl3pPr>
            <a:lvl4pPr>
              <a:defRPr sz="2025" b="0">
                <a:solidFill>
                  <a:srgbClr val="14243C"/>
                </a:solidFill>
              </a:defRPr>
            </a:lvl4pPr>
            <a:lvl5pPr>
              <a:defRPr sz="2025" b="0">
                <a:solidFill>
                  <a:srgbClr val="14243C"/>
                </a:solidFill>
              </a:defRPr>
            </a:lvl5pPr>
            <a:lvl6pPr>
              <a:defRPr sz="2025" b="0">
                <a:solidFill>
                  <a:srgbClr val="14243C"/>
                </a:solidFill>
              </a:defRPr>
            </a:lvl6pPr>
            <a:lvl7pPr>
              <a:defRPr sz="2025" b="0">
                <a:solidFill>
                  <a:srgbClr val="14243C"/>
                </a:solidFill>
              </a:defRPr>
            </a:lvl7pPr>
            <a:lvl8pPr>
              <a:defRPr sz="2025" b="0">
                <a:solidFill>
                  <a:srgbClr val="14243C"/>
                </a:solidFill>
              </a:defRPr>
            </a:lvl8pPr>
            <a:lvl9pPr>
              <a:defRPr sz="2025" b="0">
                <a:solidFill>
                  <a:srgbClr val="14243C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4243C"/>
                </a:solidFill>
              </a:defRPr>
            </a:pPr>
            <a:r>
              <a:rPr sz="2025" b="0">
                <a:solidFill>
                  <a:srgbClr val="14243C"/>
                </a:solidFill>
              </a:rPr>
              <a:t>확인 요청의 담당 팀과 요청 내용을 확인하고 문장을 직접 고칩니다.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9E039B-0FAE-4F9D-973F-676EC1F28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43400"/>
            <a:ext cx="10382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0">
                <a:solidFill>
                  <a:srgbClr val="14243C"/>
                </a:solidFill>
              </a:defRPr>
            </a:defPPr>
            <a:lvl1pPr>
              <a:defRPr sz="2025" b="0">
                <a:solidFill>
                  <a:srgbClr val="14243C"/>
                </a:solidFill>
              </a:defRPr>
            </a:lvl1pPr>
            <a:lvl2pPr>
              <a:defRPr sz="2025" b="0">
                <a:solidFill>
                  <a:srgbClr val="14243C"/>
                </a:solidFill>
              </a:defRPr>
            </a:lvl2pPr>
            <a:lvl3pPr>
              <a:defRPr sz="2025" b="0">
                <a:solidFill>
                  <a:srgbClr val="14243C"/>
                </a:solidFill>
              </a:defRPr>
            </a:lvl3pPr>
            <a:lvl4pPr>
              <a:defRPr sz="2025" b="0">
                <a:solidFill>
                  <a:srgbClr val="14243C"/>
                </a:solidFill>
              </a:defRPr>
            </a:lvl4pPr>
            <a:lvl5pPr>
              <a:defRPr sz="2025" b="0">
                <a:solidFill>
                  <a:srgbClr val="14243C"/>
                </a:solidFill>
              </a:defRPr>
            </a:lvl5pPr>
            <a:lvl6pPr>
              <a:defRPr sz="2025" b="0">
                <a:solidFill>
                  <a:srgbClr val="14243C"/>
                </a:solidFill>
              </a:defRPr>
            </a:lvl6pPr>
            <a:lvl7pPr>
              <a:defRPr sz="2025" b="0">
                <a:solidFill>
                  <a:srgbClr val="14243C"/>
                </a:solidFill>
              </a:defRPr>
            </a:lvl7pPr>
            <a:lvl8pPr>
              <a:defRPr sz="2025" b="0">
                <a:solidFill>
                  <a:srgbClr val="14243C"/>
                </a:solidFill>
              </a:defRPr>
            </a:lvl8pPr>
            <a:lvl9pPr>
              <a:defRPr sz="2025" b="0">
                <a:solidFill>
                  <a:srgbClr val="14243C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4243C"/>
                </a:solidFill>
              </a:defRPr>
            </a:pPr>
            <a:r>
              <a:rPr sz="2025" b="0">
                <a:solidFill>
                  <a:srgbClr val="14243C"/>
                </a:solidFill>
              </a:rPr>
              <a:t>복사로 전달용 텍스트를 가져옵니다. 초안으로 버튼은 편집을 초기화합니다.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F8B625-197F-488F-8F0E-9F66FEE83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24500"/>
            <a:ext cx="1038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2367B3"/>
                </a:solidFill>
              </a:defRPr>
            </a:defPPr>
            <a:lvl1pPr>
              <a:defRPr sz="1575" b="1">
                <a:solidFill>
                  <a:srgbClr val="2367B3"/>
                </a:solidFill>
              </a:defRPr>
            </a:lvl1pPr>
            <a:lvl2pPr>
              <a:defRPr sz="1575" b="1">
                <a:solidFill>
                  <a:srgbClr val="2367B3"/>
                </a:solidFill>
              </a:defRPr>
            </a:lvl2pPr>
            <a:lvl3pPr>
              <a:defRPr sz="1575" b="1">
                <a:solidFill>
                  <a:srgbClr val="2367B3"/>
                </a:solidFill>
              </a:defRPr>
            </a:lvl3pPr>
            <a:lvl4pPr>
              <a:defRPr sz="1575" b="1">
                <a:solidFill>
                  <a:srgbClr val="2367B3"/>
                </a:solidFill>
              </a:defRPr>
            </a:lvl4pPr>
            <a:lvl5pPr>
              <a:defRPr sz="1575" b="1">
                <a:solidFill>
                  <a:srgbClr val="2367B3"/>
                </a:solidFill>
              </a:defRPr>
            </a:lvl5pPr>
            <a:lvl6pPr>
              <a:defRPr sz="1575" b="1">
                <a:solidFill>
                  <a:srgbClr val="2367B3"/>
                </a:solidFill>
              </a:defRPr>
            </a:lvl6pPr>
            <a:lvl7pPr>
              <a:defRPr sz="1575" b="1">
                <a:solidFill>
                  <a:srgbClr val="2367B3"/>
                </a:solidFill>
              </a:defRPr>
            </a:lvl7pPr>
            <a:lvl8pPr>
              <a:defRPr sz="1575" b="1">
                <a:solidFill>
                  <a:srgbClr val="2367B3"/>
                </a:solidFill>
              </a:defRPr>
            </a:lvl8pPr>
            <a:lvl9pPr>
              <a:defRPr sz="1575" b="1">
                <a:solidFill>
                  <a:srgbClr val="2367B3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367B3"/>
                </a:solidFill>
              </a:defRPr>
            </a:pPr>
            <a:r>
              <a:rPr sz="1575" b="1">
                <a:solidFill>
                  <a:srgbClr val="2367B3"/>
                </a:solidFill>
              </a:rPr>
              <a:t>규칙 기반 초안 · 편집 내용은 서버에 저장되지 않음</a:t>
            </a:r>
          </a:p>
        </p:txBody>
      </p:sp>
    </p:spTree>
    <p:extLst>
      <p:ext uri="{BB962C8B-B14F-4D97-AF65-F5344CB8AC3E}">
        <p14:creationId xmlns:p14="http://schemas.microsoft.com/office/powerpoint/2010/main" val="208860666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706517-EAB4-4D00-ADD9-0BA99A439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700" b="1">
                <a:solidFill>
                  <a:srgbClr val="14243C"/>
                </a:solidFill>
              </a:defRPr>
            </a:defPPr>
            <a:lvl1pPr>
              <a:defRPr sz="2700" b="1">
                <a:solidFill>
                  <a:srgbClr val="14243C"/>
                </a:solidFill>
              </a:defRPr>
            </a:lvl1pPr>
            <a:lvl2pPr>
              <a:defRPr sz="2700" b="1">
                <a:solidFill>
                  <a:srgbClr val="14243C"/>
                </a:solidFill>
              </a:defRPr>
            </a:lvl2pPr>
            <a:lvl3pPr>
              <a:defRPr sz="2700" b="1">
                <a:solidFill>
                  <a:srgbClr val="14243C"/>
                </a:solidFill>
              </a:defRPr>
            </a:lvl3pPr>
            <a:lvl4pPr>
              <a:defRPr sz="2700" b="1">
                <a:solidFill>
                  <a:srgbClr val="14243C"/>
                </a:solidFill>
              </a:defRPr>
            </a:lvl4pPr>
            <a:lvl5pPr>
              <a:defRPr sz="2700" b="1">
                <a:solidFill>
                  <a:srgbClr val="14243C"/>
                </a:solidFill>
              </a:defRPr>
            </a:lvl5pPr>
            <a:lvl6pPr>
              <a:defRPr sz="2700" b="1">
                <a:solidFill>
                  <a:srgbClr val="14243C"/>
                </a:solidFill>
              </a:defRPr>
            </a:lvl6pPr>
            <a:lvl7pPr>
              <a:defRPr sz="2700" b="1">
                <a:solidFill>
                  <a:srgbClr val="14243C"/>
                </a:solidFill>
              </a:defRPr>
            </a:lvl7pPr>
            <a:lvl8pPr>
              <a:defRPr sz="2700" b="1">
                <a:solidFill>
                  <a:srgbClr val="14243C"/>
                </a:solidFill>
              </a:defRPr>
            </a:lvl8pPr>
            <a:lvl9pPr>
              <a:defRPr sz="2700" b="1">
                <a:solidFill>
                  <a:srgbClr val="14243C"/>
                </a:solidFill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4243C"/>
                </a:solidFill>
              </a:defRPr>
            </a:pPr>
            <a:r>
              <a:rPr sz="2700" b="1">
                <a:solidFill>
                  <a:srgbClr val="14243C"/>
                </a:solidFill>
              </a:rPr>
              <a:t>관리자 설정: 공정 배치 좌표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3A5235-02AD-47BF-A16E-D40D0978B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51647B"/>
                </a:solidFill>
              </a:defRPr>
            </a:defPPr>
            <a:lvl1pPr>
              <a:defRPr sz="975" b="0">
                <a:solidFill>
                  <a:srgbClr val="51647B"/>
                </a:solidFill>
              </a:defRPr>
            </a:lvl1pPr>
            <a:lvl2pPr>
              <a:defRPr sz="975" b="0">
                <a:solidFill>
                  <a:srgbClr val="51647B"/>
                </a:solidFill>
              </a:defRPr>
            </a:lvl2pPr>
            <a:lvl3pPr>
              <a:defRPr sz="975" b="0">
                <a:solidFill>
                  <a:srgbClr val="51647B"/>
                </a:solidFill>
              </a:defRPr>
            </a:lvl3pPr>
            <a:lvl4pPr>
              <a:defRPr sz="975" b="0">
                <a:solidFill>
                  <a:srgbClr val="51647B"/>
                </a:solidFill>
              </a:defRPr>
            </a:lvl4pPr>
            <a:lvl5pPr>
              <a:defRPr sz="975" b="0">
                <a:solidFill>
                  <a:srgbClr val="51647B"/>
                </a:solidFill>
              </a:defRPr>
            </a:lvl5pPr>
            <a:lvl6pPr>
              <a:defRPr sz="975" b="0">
                <a:solidFill>
                  <a:srgbClr val="51647B"/>
                </a:solidFill>
              </a:defRPr>
            </a:lvl6pPr>
            <a:lvl7pPr>
              <a:defRPr sz="975" b="0">
                <a:solidFill>
                  <a:srgbClr val="51647B"/>
                </a:solidFill>
              </a:defRPr>
            </a:lvl7pPr>
            <a:lvl8pPr>
              <a:defRPr sz="975" b="0">
                <a:solidFill>
                  <a:srgbClr val="51647B"/>
                </a:solidFill>
              </a:defRPr>
            </a:lvl8pPr>
            <a:lvl9pPr>
              <a:defRPr sz="975" b="0">
                <a:solidFill>
                  <a:srgbClr val="51647B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1647B"/>
                </a:solidFill>
              </a:defRPr>
            </a:pPr>
            <a:r>
              <a:rPr sz="975" b="0">
                <a:solidFill>
                  <a:srgbClr val="51647B"/>
                </a:solidFill>
              </a:rPr>
              <a:t>조선 AX  |  사용자 매뉴얼 초안  |  08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F38384-FAD8-4AD3-B310-642B2488C79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af27c06ee74744"/>
          <a:stretch xmlns:a="http://schemas.openxmlformats.org/drawingml/2006/main"/>
        </p:blipFill>
        <p:spPr>
          <a:xfrm xmlns:a="http://schemas.openxmlformats.org/drawingml/2006/main">
            <a:off x="1138960" y="1695450"/>
            <a:ext cx="7513780" cy="42291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A7542D-25C6-4825-BBB6-ADD0AD79C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752600"/>
            <a:ext cx="228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4243C"/>
                </a:solidFill>
              </a:defRPr>
            </a:defPPr>
            <a:lvl1pPr>
              <a:defRPr sz="1500" b="0">
                <a:solidFill>
                  <a:srgbClr val="14243C"/>
                </a:solidFill>
              </a:defRPr>
            </a:lvl1pPr>
            <a:lvl2pPr>
              <a:defRPr sz="1500" b="0">
                <a:solidFill>
                  <a:srgbClr val="14243C"/>
                </a:solidFill>
              </a:defRPr>
            </a:lvl2pPr>
            <a:lvl3pPr>
              <a:defRPr sz="1500" b="0">
                <a:solidFill>
                  <a:srgbClr val="14243C"/>
                </a:solidFill>
              </a:defRPr>
            </a:lvl3pPr>
            <a:lvl4pPr>
              <a:defRPr sz="1500" b="0">
                <a:solidFill>
                  <a:srgbClr val="14243C"/>
                </a:solidFill>
              </a:defRPr>
            </a:lvl4pPr>
            <a:lvl5pPr>
              <a:defRPr sz="1500" b="0">
                <a:solidFill>
                  <a:srgbClr val="14243C"/>
                </a:solidFill>
              </a:defRPr>
            </a:lvl5pPr>
            <a:lvl6pPr>
              <a:defRPr sz="1500" b="0">
                <a:solidFill>
                  <a:srgbClr val="14243C"/>
                </a:solidFill>
              </a:defRPr>
            </a:lvl6pPr>
            <a:lvl7pPr>
              <a:defRPr sz="1500" b="0">
                <a:solidFill>
                  <a:srgbClr val="14243C"/>
                </a:solidFill>
              </a:defRPr>
            </a:lvl7pPr>
            <a:lvl8pPr>
              <a:defRPr sz="1500" b="0">
                <a:solidFill>
                  <a:srgbClr val="14243C"/>
                </a:solidFill>
              </a:defRPr>
            </a:lvl8pPr>
            <a:lvl9pPr>
              <a:defRPr sz="1500" b="0">
                <a:solidFill>
                  <a:srgbClr val="14243C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4243C"/>
                </a:solidFill>
              </a:defRPr>
            </a:pPr>
            <a:r>
              <a:rPr sz="1500" b="0">
                <a:solidFill>
                  <a:srgbClr val="14243C"/>
                </a:solidFill>
              </a:rPr>
              <a:t>1. 설정에서 배치도 열기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C0B622-AC79-40FB-8ED3-EB617ECC3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686050"/>
            <a:ext cx="228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4243C"/>
                </a:solidFill>
              </a:defRPr>
            </a:defPPr>
            <a:lvl1pPr>
              <a:defRPr sz="1500" b="0">
                <a:solidFill>
                  <a:srgbClr val="14243C"/>
                </a:solidFill>
              </a:defRPr>
            </a:lvl1pPr>
            <a:lvl2pPr>
              <a:defRPr sz="1500" b="0">
                <a:solidFill>
                  <a:srgbClr val="14243C"/>
                </a:solidFill>
              </a:defRPr>
            </a:lvl2pPr>
            <a:lvl3pPr>
              <a:defRPr sz="1500" b="0">
                <a:solidFill>
                  <a:srgbClr val="14243C"/>
                </a:solidFill>
              </a:defRPr>
            </a:lvl3pPr>
            <a:lvl4pPr>
              <a:defRPr sz="1500" b="0">
                <a:solidFill>
                  <a:srgbClr val="14243C"/>
                </a:solidFill>
              </a:defRPr>
            </a:lvl4pPr>
            <a:lvl5pPr>
              <a:defRPr sz="1500" b="0">
                <a:solidFill>
                  <a:srgbClr val="14243C"/>
                </a:solidFill>
              </a:defRPr>
            </a:lvl5pPr>
            <a:lvl6pPr>
              <a:defRPr sz="1500" b="0">
                <a:solidFill>
                  <a:srgbClr val="14243C"/>
                </a:solidFill>
              </a:defRPr>
            </a:lvl6pPr>
            <a:lvl7pPr>
              <a:defRPr sz="1500" b="0">
                <a:solidFill>
                  <a:srgbClr val="14243C"/>
                </a:solidFill>
              </a:defRPr>
            </a:lvl7pPr>
            <a:lvl8pPr>
              <a:defRPr sz="1500" b="0">
                <a:solidFill>
                  <a:srgbClr val="14243C"/>
                </a:solidFill>
              </a:defRPr>
            </a:lvl8pPr>
            <a:lvl9pPr>
              <a:defRPr sz="1500" b="0">
                <a:solidFill>
                  <a:srgbClr val="14243C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4243C"/>
                </a:solidFill>
              </a:defRPr>
            </a:pPr>
            <a:r>
              <a:rPr sz="1500" b="0">
                <a:solidFill>
                  <a:srgbClr val="14243C"/>
                </a:solidFill>
              </a:rPr>
              <a:t>2. 구역 이동·좌표 입력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B3AFC7-AF71-411C-9391-AFA2D82EC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619500"/>
            <a:ext cx="228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4243C"/>
                </a:solidFill>
              </a:defRPr>
            </a:defPPr>
            <a:lvl1pPr>
              <a:defRPr sz="1500" b="0">
                <a:solidFill>
                  <a:srgbClr val="14243C"/>
                </a:solidFill>
              </a:defRPr>
            </a:lvl1pPr>
            <a:lvl2pPr>
              <a:defRPr sz="1500" b="0">
                <a:solidFill>
                  <a:srgbClr val="14243C"/>
                </a:solidFill>
              </a:defRPr>
            </a:lvl2pPr>
            <a:lvl3pPr>
              <a:defRPr sz="1500" b="0">
                <a:solidFill>
                  <a:srgbClr val="14243C"/>
                </a:solidFill>
              </a:defRPr>
            </a:lvl3pPr>
            <a:lvl4pPr>
              <a:defRPr sz="1500" b="0">
                <a:solidFill>
                  <a:srgbClr val="14243C"/>
                </a:solidFill>
              </a:defRPr>
            </a:lvl4pPr>
            <a:lvl5pPr>
              <a:defRPr sz="1500" b="0">
                <a:solidFill>
                  <a:srgbClr val="14243C"/>
                </a:solidFill>
              </a:defRPr>
            </a:lvl5pPr>
            <a:lvl6pPr>
              <a:defRPr sz="1500" b="0">
                <a:solidFill>
                  <a:srgbClr val="14243C"/>
                </a:solidFill>
              </a:defRPr>
            </a:lvl6pPr>
            <a:lvl7pPr>
              <a:defRPr sz="1500" b="0">
                <a:solidFill>
                  <a:srgbClr val="14243C"/>
                </a:solidFill>
              </a:defRPr>
            </a:lvl7pPr>
            <a:lvl8pPr>
              <a:defRPr sz="1500" b="0">
                <a:solidFill>
                  <a:srgbClr val="14243C"/>
                </a:solidFill>
              </a:defRPr>
            </a:lvl8pPr>
            <a:lvl9pPr>
              <a:defRPr sz="1500" b="0">
                <a:solidFill>
                  <a:srgbClr val="14243C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4243C"/>
                </a:solidFill>
              </a:defRPr>
            </a:pPr>
            <a:r>
              <a:rPr sz="1500" b="0">
                <a:solidFill>
                  <a:srgbClr val="14243C"/>
                </a:solidFill>
              </a:rPr>
              <a:t>3. 변경 확인 후 저장</a:t>
            </a:r>
          </a:p>
        </p:txBody>
      </p:sp>
    </p:spTree>
    <p:extLst>
      <p:ext uri="{BB962C8B-B14F-4D97-AF65-F5344CB8AC3E}">
        <p14:creationId xmlns:p14="http://schemas.microsoft.com/office/powerpoint/2010/main" val="20491186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2026-10-28T00:28:11.4950000Z</dcterms:created>
  <dcterms:modified xsi:type="dcterms:W3CDTF">2026-10-28T00:28:11.4950000Z</dcterms:modified>
</coreProperties>
</file>