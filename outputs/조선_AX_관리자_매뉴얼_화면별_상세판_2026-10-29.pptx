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353555a0e4f24" /><Relationship Type="http://schemas.openxmlformats.org/officeDocument/2006/relationships/extended-properties" Target="/docProps/app.xml" Id="R3ee73606ef9e4710" /><Relationship Type="http://schemas.openxmlformats.org/officeDocument/2006/relationships/officeDocument" Target="/ppt/presentation.xml" Id="Ra712ef30f43a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957b422db45f2"/>
  </p:sldMasterIdLst>
  <p:notesMasterIdLst>
    <p:notesMasterId xmlns:r="http://schemas.openxmlformats.org/officeDocument/2006/relationships" r:id="Rc057eb4775194720"/>
  </p:notesMasterIdLst>
  <p:sldIdLst>
    <p:sldId xmlns:r="http://schemas.openxmlformats.org/officeDocument/2006/relationships" id="256" r:id="R8eb8355bba614b0b"/>
    <p:sldId xmlns:r="http://schemas.openxmlformats.org/officeDocument/2006/relationships" id="257" r:id="Rd95a86aad09e4f65"/>
    <p:sldId xmlns:r="http://schemas.openxmlformats.org/officeDocument/2006/relationships" id="258" r:id="Ra3bf422a93694280"/>
    <p:sldId xmlns:r="http://schemas.openxmlformats.org/officeDocument/2006/relationships" id="259" r:id="R76085f2a927e4f90"/>
    <p:sldId xmlns:r="http://schemas.openxmlformats.org/officeDocument/2006/relationships" id="260" r:id="Rb68a98b0040c4a34"/>
    <p:sldId xmlns:r="http://schemas.openxmlformats.org/officeDocument/2006/relationships" id="261" r:id="R6c90baeff59f48cc"/>
    <p:sldId xmlns:r="http://schemas.openxmlformats.org/officeDocument/2006/relationships" id="262" r:id="R35f21af379594466"/>
    <p:sldId xmlns:r="http://schemas.openxmlformats.org/officeDocument/2006/relationships" id="263" r:id="R47e45797b12343e7"/>
    <p:sldId xmlns:r="http://schemas.openxmlformats.org/officeDocument/2006/relationships" id="264" r:id="Rd1084594faa44f41"/>
    <p:sldId xmlns:r="http://schemas.openxmlformats.org/officeDocument/2006/relationships" id="265" r:id="Reedfa96c5d684efa"/>
    <p:sldId xmlns:r="http://schemas.openxmlformats.org/officeDocument/2006/relationships" id="266" r:id="Rdd58fa6af5b54605"/>
    <p:sldId xmlns:r="http://schemas.openxmlformats.org/officeDocument/2006/relationships" id="267" r:id="R82cb14f62abf4d70"/>
    <p:sldId xmlns:r="http://schemas.openxmlformats.org/officeDocument/2006/relationships" id="268" r:id="R206e37e314f94228"/>
    <p:sldId xmlns:r="http://schemas.openxmlformats.org/officeDocument/2006/relationships" id="269" r:id="Rd7a6e2f235e14af0"/>
    <p:sldId xmlns:r="http://schemas.openxmlformats.org/officeDocument/2006/relationships" id="270" r:id="R966fd441af4b4da5"/>
    <p:sldId xmlns:r="http://schemas.openxmlformats.org/officeDocument/2006/relationships" id="271" r:id="R696ca6b3efdf4331"/>
    <p:sldId xmlns:r="http://schemas.openxmlformats.org/officeDocument/2006/relationships" id="272" r:id="Rf390245ecc5d4b35"/>
    <p:sldId xmlns:r="http://schemas.openxmlformats.org/officeDocument/2006/relationships" id="273" r:id="Rd878acd7e9454383"/>
    <p:sldId xmlns:r="http://schemas.openxmlformats.org/officeDocument/2006/relationships" id="274" r:id="Rfe0704d6201249c1"/>
    <p:sldId xmlns:r="http://schemas.openxmlformats.org/officeDocument/2006/relationships" id="275" r:id="R8791869031514b50"/>
    <p:sldId xmlns:r="http://schemas.openxmlformats.org/officeDocument/2006/relationships" id="276" r:id="Rae2d0f3c7cba465d"/>
    <p:sldId xmlns:r="http://schemas.openxmlformats.org/officeDocument/2006/relationships" id="277" r:id="R6dd498123f6e4930"/>
    <p:sldId xmlns:r="http://schemas.openxmlformats.org/officeDocument/2006/relationships" id="278" r:id="Ra55e15cd9de94d8b"/>
    <p:sldId xmlns:r="http://schemas.openxmlformats.org/officeDocument/2006/relationships" id="279" r:id="R18d322d6d64b46d2"/>
    <p:sldId xmlns:r="http://schemas.openxmlformats.org/officeDocument/2006/relationships" id="280" r:id="R680a3f8b6cf64e96"/>
    <p:sldId xmlns:r="http://schemas.openxmlformats.org/officeDocument/2006/relationships" id="281" r:id="R8258f75b567b4fc7"/>
    <p:sldId xmlns:r="http://schemas.openxmlformats.org/officeDocument/2006/relationships" id="282" r:id="R1058882dcb0347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d20db40ff4de8" /><Relationship Type="http://schemas.openxmlformats.org/officeDocument/2006/relationships/slideMaster" Target="/ppt/slideMasters/slideMaster1.xml" Id="R616957b422db45f2" /><Relationship Type="http://schemas.openxmlformats.org/officeDocument/2006/relationships/notesMaster" Target="/ppt/notesMasters/notesMaster1.xml" Id="Rc057eb4775194720" /><Relationship Type="http://schemas.openxmlformats.org/officeDocument/2006/relationships/presProps" Target="/ppt/presProps.xml" Id="R8c1f2ce334154ecc" /><Relationship Type="http://schemas.openxmlformats.org/officeDocument/2006/relationships/tableStyles" Target="/ppt/tableStyles.xml" Id="Rafaf5a1431d24996" /><Relationship Type="http://schemas.openxmlformats.org/officeDocument/2006/relationships/slide" Target="/ppt/slides/slide1.xml" Id="R8eb8355bba614b0b" /><Relationship Type="http://schemas.openxmlformats.org/officeDocument/2006/relationships/slide" Target="/ppt/slides/slide2.xml" Id="Rd95a86aad09e4f65" /><Relationship Type="http://schemas.openxmlformats.org/officeDocument/2006/relationships/slide" Target="/ppt/slides/slide3.xml" Id="Ra3bf422a93694280" /><Relationship Type="http://schemas.openxmlformats.org/officeDocument/2006/relationships/slide" Target="/ppt/slides/slide4.xml" Id="R76085f2a927e4f90" /><Relationship Type="http://schemas.openxmlformats.org/officeDocument/2006/relationships/slide" Target="/ppt/slides/slide5.xml" Id="Rb68a98b0040c4a34" /><Relationship Type="http://schemas.openxmlformats.org/officeDocument/2006/relationships/slide" Target="/ppt/slides/slide6.xml" Id="R6c90baeff59f48cc" /><Relationship Type="http://schemas.openxmlformats.org/officeDocument/2006/relationships/slide" Target="/ppt/slides/slide7.xml" Id="R35f21af379594466" /><Relationship Type="http://schemas.openxmlformats.org/officeDocument/2006/relationships/slide" Target="/ppt/slides/slide8.xml" Id="R47e45797b12343e7" /><Relationship Type="http://schemas.openxmlformats.org/officeDocument/2006/relationships/slide" Target="/ppt/slides/slide9.xml" Id="Rd1084594faa44f41" /><Relationship Type="http://schemas.openxmlformats.org/officeDocument/2006/relationships/slide" Target="/ppt/slides/slide10.xml" Id="Reedfa96c5d684efa" /><Relationship Type="http://schemas.openxmlformats.org/officeDocument/2006/relationships/slide" Target="/ppt/slides/slide11.xml" Id="Rdd58fa6af5b54605" /><Relationship Type="http://schemas.openxmlformats.org/officeDocument/2006/relationships/slide" Target="/ppt/slides/slide12.xml" Id="R82cb14f62abf4d70" /><Relationship Type="http://schemas.openxmlformats.org/officeDocument/2006/relationships/slide" Target="/ppt/slides/slide13.xml" Id="R206e37e314f94228" /><Relationship Type="http://schemas.openxmlformats.org/officeDocument/2006/relationships/slide" Target="/ppt/slides/slide14.xml" Id="Rd7a6e2f235e14af0" /><Relationship Type="http://schemas.openxmlformats.org/officeDocument/2006/relationships/slide" Target="/ppt/slides/slide15.xml" Id="R966fd441af4b4da5" /><Relationship Type="http://schemas.openxmlformats.org/officeDocument/2006/relationships/slide" Target="/ppt/slides/slide16.xml" Id="R696ca6b3efdf4331" /><Relationship Type="http://schemas.openxmlformats.org/officeDocument/2006/relationships/slide" Target="/ppt/slides/slide17.xml" Id="Rf390245ecc5d4b35" /><Relationship Type="http://schemas.openxmlformats.org/officeDocument/2006/relationships/slide" Target="/ppt/slides/slide18.xml" Id="Rd878acd7e9454383" /><Relationship Type="http://schemas.openxmlformats.org/officeDocument/2006/relationships/slide" Target="/ppt/slides/slide19.xml" Id="Rfe0704d6201249c1" /><Relationship Type="http://schemas.openxmlformats.org/officeDocument/2006/relationships/slide" Target="/ppt/slides/slide20.xml" Id="R8791869031514b50" /><Relationship Type="http://schemas.openxmlformats.org/officeDocument/2006/relationships/slide" Target="/ppt/slides/slide21.xml" Id="Rae2d0f3c7cba465d" /><Relationship Type="http://schemas.openxmlformats.org/officeDocument/2006/relationships/slide" Target="/ppt/slides/slide22.xml" Id="R6dd498123f6e4930" /><Relationship Type="http://schemas.openxmlformats.org/officeDocument/2006/relationships/slide" Target="/ppt/slides/slide23.xml" Id="Ra55e15cd9de94d8b" /><Relationship Type="http://schemas.openxmlformats.org/officeDocument/2006/relationships/slide" Target="/ppt/slides/slide24.xml" Id="R18d322d6d64b46d2" /><Relationship Type="http://schemas.openxmlformats.org/officeDocument/2006/relationships/slide" Target="/ppt/slides/slide25.xml" Id="R680a3f8b6cf64e96" /><Relationship Type="http://schemas.openxmlformats.org/officeDocument/2006/relationships/slide" Target="/ppt/slides/slide26.xml" Id="R8258f75b567b4fc7" /><Relationship Type="http://schemas.openxmlformats.org/officeDocument/2006/relationships/slide" Target="/ppt/slides/slide27.xml" Id="R1058882dcb03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707146209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b3a25580d4e54" /><Relationship Type="http://schemas.openxmlformats.org/officeDocument/2006/relationships/notesMaster" Target="/ppt/notesMasters/notesMaster1.xml" Id="R19ea8925aa524f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5b48dea9514ab4" /><Relationship Type="http://schemas.openxmlformats.org/officeDocument/2006/relationships/notesMaster" Target="/ppt/notesMasters/notesMaster1.xml" Id="R104d382c20e4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1e7c970a6c4316" /><Relationship Type="http://schemas.openxmlformats.org/officeDocument/2006/relationships/notesMaster" Target="/ppt/notesMasters/notesMaster1.xml" Id="Re3923f388429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85687d2cd49d5" /><Relationship Type="http://schemas.openxmlformats.org/officeDocument/2006/relationships/notesMaster" Target="/ppt/notesMasters/notesMaster1.xml" Id="Rac6f279df09143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3a658b0e6e43d2" /><Relationship Type="http://schemas.openxmlformats.org/officeDocument/2006/relationships/notesMaster" Target="/ppt/notesMasters/notesMaster1.xml" Id="Rbf47ce194d1346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19bcc2a744168" /><Relationship Type="http://schemas.openxmlformats.org/officeDocument/2006/relationships/notesMaster" Target="/ppt/notesMasters/notesMaster1.xml" Id="R79d90736dcb24c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b3797543324bff" /><Relationship Type="http://schemas.openxmlformats.org/officeDocument/2006/relationships/notesMaster" Target="/ppt/notesMasters/notesMaster1.xml" Id="Rc585c495b865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b622dae57748f1" /><Relationship Type="http://schemas.openxmlformats.org/officeDocument/2006/relationships/notesMaster" Target="/ppt/notesMasters/notesMaster1.xml" Id="R2eb23574696d43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33c157220b4019" /><Relationship Type="http://schemas.openxmlformats.org/officeDocument/2006/relationships/notesMaster" Target="/ppt/notesMasters/notesMaster1.xml" Id="R5d1d02495d714f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15dac3a6b4fbd" /><Relationship Type="http://schemas.openxmlformats.org/officeDocument/2006/relationships/notesMaster" Target="/ppt/notesMasters/notesMaster1.xml" Id="Re8c3a12d847840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0a9f082fef476f" /><Relationship Type="http://schemas.openxmlformats.org/officeDocument/2006/relationships/notesMaster" Target="/ppt/notesMasters/notesMaster1.xml" Id="R650537692d9d4e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55f32bc1a4430" /><Relationship Type="http://schemas.openxmlformats.org/officeDocument/2006/relationships/notesMaster" Target="/ppt/notesMasters/notesMaster1.xml" Id="R41b391ad6ca845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9fcb034db34039" /><Relationship Type="http://schemas.openxmlformats.org/officeDocument/2006/relationships/notesMaster" Target="/ppt/notesMasters/notesMaster1.xml" Id="R231b7093dcca49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aeb38151bd4860" /><Relationship Type="http://schemas.openxmlformats.org/officeDocument/2006/relationships/notesMaster" Target="/ppt/notesMasters/notesMaster1.xml" Id="R6d6103e6934943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9b30f0714446b6" /><Relationship Type="http://schemas.openxmlformats.org/officeDocument/2006/relationships/notesMaster" Target="/ppt/notesMasters/notesMaster1.xml" Id="R636100c9f6164a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3667ddf4d7406b" /><Relationship Type="http://schemas.openxmlformats.org/officeDocument/2006/relationships/notesMaster" Target="/ppt/notesMasters/notesMaster1.xml" Id="Rb42da7a5794b47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e2cb7876d64e33" /><Relationship Type="http://schemas.openxmlformats.org/officeDocument/2006/relationships/notesMaster" Target="/ppt/notesMasters/notesMaster1.xml" Id="R94ad474be33e4a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c480559486444a" /><Relationship Type="http://schemas.openxmlformats.org/officeDocument/2006/relationships/notesMaster" Target="/ppt/notesMasters/notesMaster1.xml" Id="R35d47ca47e2046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1f05eda47348c4" /><Relationship Type="http://schemas.openxmlformats.org/officeDocument/2006/relationships/notesMaster" Target="/ppt/notesMasters/notesMaster1.xml" Id="R229e0af9ecf646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1a1195b80b44f0" /><Relationship Type="http://schemas.openxmlformats.org/officeDocument/2006/relationships/notesMaster" Target="/ppt/notesMasters/notesMaster1.xml" Id="Rf6622e849fa541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041a1661f74096" /><Relationship Type="http://schemas.openxmlformats.org/officeDocument/2006/relationships/notesMaster" Target="/ppt/notesMasters/notesMaster1.xml" Id="Re649da8836a34b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05ed0260ae464c" /><Relationship Type="http://schemas.openxmlformats.org/officeDocument/2006/relationships/notesMaster" Target="/ppt/notesMasters/notesMaster1.xml" Id="R5b24a2ea1dba44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a806be3e2694aa7" /><Relationship Type="http://schemas.openxmlformats.org/officeDocument/2006/relationships/notesMaster" Target="/ppt/notesMasters/notesMaster1.xml" Id="R4b0428907b2045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931e3056e04ffb" /><Relationship Type="http://schemas.openxmlformats.org/officeDocument/2006/relationships/notesMaster" Target="/ppt/notesMasters/notesMaster1.xml" Id="Rd82d415dd3504b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e67816cd2445fe" /><Relationship Type="http://schemas.openxmlformats.org/officeDocument/2006/relationships/notesMaster" Target="/ppt/notesMasters/notesMaster1.xml" Id="Rc25f4c99a59044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d976bbd6624ffd" /><Relationship Type="http://schemas.openxmlformats.org/officeDocument/2006/relationships/notesMaster" Target="/ppt/notesMasters/notesMaster1.xml" Id="Re98446c10d6147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23a02d34da430e" /><Relationship Type="http://schemas.openxmlformats.org/officeDocument/2006/relationships/notesMaster" Target="/ppt/notesMasters/notesMaster1.xml" Id="R4563c487eaa6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2026-10-29 현재 app/frontend/index.html, app/backend/Program.cs, docs/관리자_화면별_상세_매뉴얼_2026-10-29.md.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737–753, 875–879, 1465–1489, 1663–1673행.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1474–1476행.</a:t>
            </a:r>
          </a:p>
          <a:p xmlns:a="http://schemas.openxmlformats.org/drawingml/2006/main">
            <a:r>
              <a:t>화면: outputs/관리자_권한_화면_2026-10-29.png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1475,1479행; app/backend/Program.cs 188–193행.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1479행; app/backend/Program.cs 132–145, 188–193행; docs/로그인_권한_감사.md.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1476,1480–1482행.</a:t>
            </a:r>
          </a:p>
          <a:p xmlns:a="http://schemas.openxmlformats.org/drawingml/2006/main">
            <a:r>
              <a:t>화면: outputs/관리자_사용자_화면_2026-10-29.png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1476,1482행; app/backend/Program.cs 194–203행.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1476,1480–1482행.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1480–1482행; app/backend/Program.cs 204–212행.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1482,1487–1489행; app/backend/Program.cs 194–212행.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1477–1478행.</a:t>
            </a:r>
          </a:p>
          <a:p xmlns:a="http://schemas.openxmlformats.org/drawingml/2006/main">
            <a:r>
              <a:t>화면: outputs/관리자_감사_화면_2026-10-29.png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1477–1478행; app/backend/Program.cs 187행.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1477행; docs/로그인_권한_감사.md.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1380–1397행.</a:t>
            </a:r>
          </a:p>
          <a:p xmlns:a="http://schemas.openxmlformats.org/drawingml/2006/main">
            <a:r>
              <a:t>화면: outputs/관리자_업로드_화면_2026-10-29.png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1382–1386, 1400–1407, 1417행.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1327–1355, 1370–1374, 1408–1414행; docs/CSV_폴더업로드_및_중복검증.md.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1376행; docs/CSV_폴더업로드_및_중복검증.md. 기존 제품 구현 캡처.</a:t>
            </a:r>
          </a:p>
          <a:p xmlns:a="http://schemas.openxmlformats.org/drawingml/2006/main">
            <a:r>
              <a:t>화면: outputs/CSV_폴더업로드_검증.png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1300–1325, 1376행; docs/CSV_폴더업로드_및_중복검증.md.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docs/CSV_폴더업로드_및_중복검증.md; app/frontend/index.html 1376,1390–1392행.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1396,1418–1419행; app/backend/Program.cs 229–249행.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1556–1616행; docs/2D배치_좌표편집_과거재생_구현.md.</a:t>
            </a:r>
          </a:p>
          <a:p xmlns:a="http://schemas.openxmlformats.org/drawingml/2006/main">
            <a:r>
              <a:t>화면: outputs/관리자_배치_화면_2026-10-29.png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1584–1616행.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1588–1604행; docs/2D배치_좌표편집_과거재생_구현.md.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app/backend/Program.cs 161–184행; docs/2D배치_좌표편집_과거재생_구현.md.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1485–1489행; docs/로그인_권한_감사.md. 기존 제품 구현 캡처.</a:t>
            </a:r>
          </a:p>
          <a:p xmlns:a="http://schemas.openxmlformats.org/drawingml/2006/main">
            <a:r>
              <a:t>화면: outputs/입력폼_간격_개선_2026-10-27.png (제품 화면 캡처)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1485–1489행; docs/로그인_권한_감사.md.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docs/로그인_권한_감사.md; docs/CSV_폴더업로드_및_중복검증.md; docs/2D배치_좌표편집_과거재생_구현.md.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d53ae5dcb4e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1c72d140d4e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0e240f6ef4e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a1b224e1d42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81a8ce8c24c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32b76697c48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2F7AAF-6B5A-4B13-A21C-6FDB4FA90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6EBE7C-387A-41CA-9742-F40326CBDC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C0A9D8-9D69-46F4-8D82-192F08729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21E7EE-64AE-46DE-986D-7A03B17B7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28750D-5257-4D20-9455-C6A13D0A9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A17D61-CFCA-4176-BBDC-748EF0F75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1EAF65-3382-4378-B63F-DE4BB06ACD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5F887F-C845-430C-9A01-D8FC0476F2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D3FEC-8B50-4093-A3A8-3CB223D96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44FB4D-8082-449E-BD92-5464B09FC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e2b6bcaa9430f" /><Relationship Type="http://schemas.openxmlformats.org/officeDocument/2006/relationships/slideLayout" Target="/ppt/slideLayouts/slideLayout1.xml" Id="Rd682eb547f354746" /><Relationship Type="http://schemas.openxmlformats.org/officeDocument/2006/relationships/slideLayout" Target="/ppt/slideLayouts/slideLayout2.xml" Id="R24b686399f634542" /><Relationship Type="http://schemas.openxmlformats.org/officeDocument/2006/relationships/slideLayout" Target="/ppt/slideLayouts/slideLayout3.xml" Id="Rf09fb154b0ff4771" /><Relationship Type="http://schemas.openxmlformats.org/officeDocument/2006/relationships/slideLayout" Target="/ppt/slideLayouts/slideLayout4.xml" Id="R3c3b501328ec4c01" /><Relationship Type="http://schemas.openxmlformats.org/officeDocument/2006/relationships/slideLayout" Target="/ppt/slideLayouts/slideLayout5.xml" Id="R3370eca753f14a75" /><Relationship Type="http://schemas.openxmlformats.org/officeDocument/2006/relationships/slideLayout" Target="/ppt/slideLayouts/slideLayout6.xml" Id="Rb872ab60bb5844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2eb547f354746"/>
    <p:sldLayoutId xmlns:r="http://schemas.openxmlformats.org/officeDocument/2006/relationships" id="2147483650" r:id="R24b686399f634542"/>
    <p:sldLayoutId xmlns:r="http://schemas.openxmlformats.org/officeDocument/2006/relationships" id="2147483651" r:id="Rf09fb154b0ff4771"/>
    <p:sldLayoutId xmlns:r="http://schemas.openxmlformats.org/officeDocument/2006/relationships" id="2147483652" r:id="R3c3b501328ec4c01"/>
    <p:sldLayoutId xmlns:r="http://schemas.openxmlformats.org/officeDocument/2006/relationships" id="2147483653" r:id="R3370eca753f14a75"/>
    <p:sldLayoutId xmlns:r="http://schemas.openxmlformats.org/officeDocument/2006/relationships" id="2147483654" r:id="Rb872ab60bb5844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55786a0b241f4" /><Relationship Type="http://schemas.openxmlformats.org/officeDocument/2006/relationships/notesSlide" Target="/ppt/notesSlides/notesSlide1.xml" Id="R0b1c5b763cfa4e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85d5ecec2408e" /><Relationship Type="http://schemas.openxmlformats.org/officeDocument/2006/relationships/notesSlide" Target="/ppt/notesSlides/notesSlide2.xml" Id="R6247e52bbbda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55dcb8aef4977" /><Relationship Type="http://schemas.openxmlformats.org/officeDocument/2006/relationships/image" Target="/ppt/media/image.png" Id="Ra9df4959fa6f4639" /><Relationship Type="http://schemas.openxmlformats.org/officeDocument/2006/relationships/notesSlide" Target="/ppt/notesSlides/notesSlide3.xml" Id="R388653e3c529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00996f5504ab6" /><Relationship Type="http://schemas.openxmlformats.org/officeDocument/2006/relationships/notesSlide" Target="/ppt/notesSlides/notesSlide4.xml" Id="R5a88811154db41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8a512d30841e7" /><Relationship Type="http://schemas.openxmlformats.org/officeDocument/2006/relationships/notesSlide" Target="/ppt/notesSlides/notesSlide5.xml" Id="R602496beab8d4b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4cfacaab634aea" /><Relationship Type="http://schemas.openxmlformats.org/officeDocument/2006/relationships/image" Target="/ppt/media/image2.png" Id="R9654348c9bd0440a" /><Relationship Type="http://schemas.openxmlformats.org/officeDocument/2006/relationships/notesSlide" Target="/ppt/notesSlides/notesSlide6.xml" Id="Rdfc0bbf0179a41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ebdd431554698" /><Relationship Type="http://schemas.openxmlformats.org/officeDocument/2006/relationships/notesSlide" Target="/ppt/notesSlides/notesSlide7.xml" Id="Ra7cebeb6f35d46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69d9cb74246ad" /><Relationship Type="http://schemas.openxmlformats.org/officeDocument/2006/relationships/notesSlide" Target="/ppt/notesSlides/notesSlide8.xml" Id="R82fd173a091f40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c6abefac14d13" /><Relationship Type="http://schemas.openxmlformats.org/officeDocument/2006/relationships/notesSlide" Target="/ppt/notesSlides/notesSlide9.xml" Id="R43a37a07111140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86131777840e4" /><Relationship Type="http://schemas.openxmlformats.org/officeDocument/2006/relationships/notesSlide" Target="/ppt/notesSlides/notesSlide10.xml" Id="R34fa7fad247845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78ea9a9a14c24" /><Relationship Type="http://schemas.openxmlformats.org/officeDocument/2006/relationships/image" Target="/ppt/media/image3.png" Id="R387836cbf36449d7" /><Relationship Type="http://schemas.openxmlformats.org/officeDocument/2006/relationships/notesSlide" Target="/ppt/notesSlides/notesSlide11.xml" Id="R68759fabbbdf48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1ea0bf2cc4db1" /><Relationship Type="http://schemas.openxmlformats.org/officeDocument/2006/relationships/notesSlide" Target="/ppt/notesSlides/notesSlide12.xml" Id="R94cba4bb3d9142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17e165c4d4763" /><Relationship Type="http://schemas.openxmlformats.org/officeDocument/2006/relationships/notesSlide" Target="/ppt/notesSlides/notesSlide13.xml" Id="R5c13cc55653540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d6fd068204006" /><Relationship Type="http://schemas.openxmlformats.org/officeDocument/2006/relationships/image" Target="/ppt/media/image4.png" Id="R51f8882d9ebc47cf" /><Relationship Type="http://schemas.openxmlformats.org/officeDocument/2006/relationships/notesSlide" Target="/ppt/notesSlides/notesSlide14.xml" Id="R22ba1b505b6446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b62e2c4b045d7" /><Relationship Type="http://schemas.openxmlformats.org/officeDocument/2006/relationships/notesSlide" Target="/ppt/notesSlides/notesSlide15.xml" Id="Rec996b3fec254d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14c3cdf574c7d" /><Relationship Type="http://schemas.openxmlformats.org/officeDocument/2006/relationships/notesSlide" Target="/ppt/notesSlides/notesSlide16.xml" Id="Ra7ae9d9de48a4d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e04d3567b4373" /><Relationship Type="http://schemas.openxmlformats.org/officeDocument/2006/relationships/image" Target="/ppt/media/image.jpeg" Id="R155fad168d2643e4" /><Relationship Type="http://schemas.openxmlformats.org/officeDocument/2006/relationships/notesSlide" Target="/ppt/notesSlides/notesSlide17.xml" Id="Rc960f5f2ada84b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7537c9acd4483" /><Relationship Type="http://schemas.openxmlformats.org/officeDocument/2006/relationships/notesSlide" Target="/ppt/notesSlides/notesSlide18.xml" Id="R70df5993803b45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2d15f2d9d4071" /><Relationship Type="http://schemas.openxmlformats.org/officeDocument/2006/relationships/notesSlide" Target="/ppt/notesSlides/notesSlide19.xml" Id="Rbbc73d7423be48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5b97c5021422e" /><Relationship Type="http://schemas.openxmlformats.org/officeDocument/2006/relationships/notesSlide" Target="/ppt/notesSlides/notesSlide20.xml" Id="R385a91f8fa7a43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c9b43beae46cc" /><Relationship Type="http://schemas.openxmlformats.org/officeDocument/2006/relationships/image" Target="/ppt/media/image5.png" Id="Reda1cb4f9de44f7c" /><Relationship Type="http://schemas.openxmlformats.org/officeDocument/2006/relationships/notesSlide" Target="/ppt/notesSlides/notesSlide21.xml" Id="Rad2dc9ddf19a41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9923a0149461a" /><Relationship Type="http://schemas.openxmlformats.org/officeDocument/2006/relationships/notesSlide" Target="/ppt/notesSlides/notesSlide22.xml" Id="R038349ec41f140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0de33bbc84f53" /><Relationship Type="http://schemas.openxmlformats.org/officeDocument/2006/relationships/notesSlide" Target="/ppt/notesSlides/notesSlide23.xml" Id="Reaa65b97ce744a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5b9cf92f047ba" /><Relationship Type="http://schemas.openxmlformats.org/officeDocument/2006/relationships/notesSlide" Target="/ppt/notesSlides/notesSlide24.xml" Id="Rcdb8198339d645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84c900b6f42b8" /><Relationship Type="http://schemas.openxmlformats.org/officeDocument/2006/relationships/image" Target="/ppt/media/image2.jpeg" Id="R447b2fe724374a67" /><Relationship Type="http://schemas.openxmlformats.org/officeDocument/2006/relationships/notesSlide" Target="/ppt/notesSlides/notesSlide25.xml" Id="R4d0312d331174b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8acd90d774bac" /><Relationship Type="http://schemas.openxmlformats.org/officeDocument/2006/relationships/notesSlide" Target="/ppt/notesSlides/notesSlide26.xml" Id="R13c26cafd3824e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7bfb9896b4c95" /><Relationship Type="http://schemas.openxmlformats.org/officeDocument/2006/relationships/notesSlide" Target="/ppt/notesSlides/notesSlide27.xml" Id="R4e3e28f530a141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0F4A2-B9A7-41B4-8269-B202A441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조선 AX 관리자 화면별 상세 매뉴얼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69B9F-50E7-4ABD-A197-73AFEB03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6CA6A-56BB-40CF-A9B5-2839B4B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192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C65AE"/>
                </a:solidFill>
              </a:defRPr>
            </a:defPPr>
            <a:lvl1pPr>
              <a:defRPr sz="2325" b="1">
                <a:solidFill>
                  <a:srgbClr val="1C65AE"/>
                </a:solidFill>
              </a:defRPr>
            </a:lvl1pPr>
            <a:lvl2pPr>
              <a:defRPr sz="2325" b="1">
                <a:solidFill>
                  <a:srgbClr val="1C65AE"/>
                </a:solidFill>
              </a:defRPr>
            </a:lvl2pPr>
            <a:lvl3pPr>
              <a:defRPr sz="2325" b="1">
                <a:solidFill>
                  <a:srgbClr val="1C65AE"/>
                </a:solidFill>
              </a:defRPr>
            </a:lvl3pPr>
            <a:lvl4pPr>
              <a:defRPr sz="2325" b="1">
                <a:solidFill>
                  <a:srgbClr val="1C65AE"/>
                </a:solidFill>
              </a:defRPr>
            </a:lvl4pPr>
            <a:lvl5pPr>
              <a:defRPr sz="2325" b="1">
                <a:solidFill>
                  <a:srgbClr val="1C65AE"/>
                </a:solidFill>
              </a:defRPr>
            </a:lvl5pPr>
            <a:lvl6pPr>
              <a:defRPr sz="2325" b="1">
                <a:solidFill>
                  <a:srgbClr val="1C65AE"/>
                </a:solidFill>
              </a:defRPr>
            </a:lvl6pPr>
            <a:lvl7pPr>
              <a:defRPr sz="2325" b="1">
                <a:solidFill>
                  <a:srgbClr val="1C65AE"/>
                </a:solidFill>
              </a:defRPr>
            </a:lvl7pPr>
            <a:lvl8pPr>
              <a:defRPr sz="2325" b="1">
                <a:solidFill>
                  <a:srgbClr val="1C65AE"/>
                </a:solidFill>
              </a:defRPr>
            </a:lvl8pPr>
            <a:lvl9pPr>
              <a:defRPr sz="23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C65AE"/>
                </a:solidFill>
              </a:defRPr>
            </a:pPr>
            <a:r>
              <a:rPr sz="2325" b="1">
                <a:solidFill>
                  <a:srgbClr val="1C65AE"/>
                </a:solidFill>
              </a:rPr>
              <a:t>권한 · 계정 · 감사 · CSV · 데이터 상태 · 배치 좌표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649D1-20FE-4625-A212-CE26C71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62840"/>
                </a:solidFill>
              </a:defRPr>
            </a:defPPr>
            <a:lvl1pPr>
              <a:defRPr sz="2100" b="0">
                <a:solidFill>
                  <a:srgbClr val="162840"/>
                </a:solidFill>
              </a:defRPr>
            </a:lvl1pPr>
            <a:lvl2pPr>
              <a:defRPr sz="2100" b="0">
                <a:solidFill>
                  <a:srgbClr val="162840"/>
                </a:solidFill>
              </a:defRPr>
            </a:lvl2pPr>
            <a:lvl3pPr>
              <a:defRPr sz="2100" b="0">
                <a:solidFill>
                  <a:srgbClr val="162840"/>
                </a:solidFill>
              </a:defRPr>
            </a:lvl3pPr>
            <a:lvl4pPr>
              <a:defRPr sz="2100" b="0">
                <a:solidFill>
                  <a:srgbClr val="162840"/>
                </a:solidFill>
              </a:defRPr>
            </a:lvl4pPr>
            <a:lvl5pPr>
              <a:defRPr sz="2100" b="0">
                <a:solidFill>
                  <a:srgbClr val="162840"/>
                </a:solidFill>
              </a:defRPr>
            </a:lvl5pPr>
            <a:lvl6pPr>
              <a:defRPr sz="2100" b="0">
                <a:solidFill>
                  <a:srgbClr val="162840"/>
                </a:solidFill>
              </a:defRPr>
            </a:lvl6pPr>
            <a:lvl7pPr>
              <a:defRPr sz="2100" b="0">
                <a:solidFill>
                  <a:srgbClr val="162840"/>
                </a:solidFill>
              </a:defRPr>
            </a:lvl7pPr>
            <a:lvl8pPr>
              <a:defRPr sz="2100" b="0">
                <a:solidFill>
                  <a:srgbClr val="162840"/>
                </a:solidFill>
              </a:defRPr>
            </a:lvl8pPr>
            <a:lvl9pPr>
              <a:defRPr sz="21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840"/>
                </a:solidFill>
              </a:defRPr>
            </a:pPr>
            <a:r>
              <a:rPr sz="2100" b="0">
                <a:solidFill>
                  <a:srgbClr val="162840"/>
                </a:solidFill>
              </a:rPr>
              <a:t>각 화면의 입력 항목, 버튼 동작, 저장 결과와 오류를 설명합니다.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E68CF-5555-4199-9B22-FB03E20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72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3667C"/>
                </a:solidFill>
              </a:defRPr>
            </a:defPPr>
            <a:lvl1pPr>
              <a:defRPr sz="1650" b="0">
                <a:solidFill>
                  <a:srgbClr val="53667C"/>
                </a:solidFill>
              </a:defRPr>
            </a:lvl1pPr>
            <a:lvl2pPr>
              <a:defRPr sz="1650" b="0">
                <a:solidFill>
                  <a:srgbClr val="53667C"/>
                </a:solidFill>
              </a:defRPr>
            </a:lvl2pPr>
            <a:lvl3pPr>
              <a:defRPr sz="1650" b="0">
                <a:solidFill>
                  <a:srgbClr val="53667C"/>
                </a:solidFill>
              </a:defRPr>
            </a:lvl3pPr>
            <a:lvl4pPr>
              <a:defRPr sz="1650" b="0">
                <a:solidFill>
                  <a:srgbClr val="53667C"/>
                </a:solidFill>
              </a:defRPr>
            </a:lvl4pPr>
            <a:lvl5pPr>
              <a:defRPr sz="1650" b="0">
                <a:solidFill>
                  <a:srgbClr val="53667C"/>
                </a:solidFill>
              </a:defRPr>
            </a:lvl5pPr>
            <a:lvl6pPr>
              <a:defRPr sz="1650" b="0">
                <a:solidFill>
                  <a:srgbClr val="53667C"/>
                </a:solidFill>
              </a:defRPr>
            </a:lvl6pPr>
            <a:lvl7pPr>
              <a:defRPr sz="1650" b="0">
                <a:solidFill>
                  <a:srgbClr val="53667C"/>
                </a:solidFill>
              </a:defRPr>
            </a:lvl7pPr>
            <a:lvl8pPr>
              <a:defRPr sz="1650" b="0">
                <a:solidFill>
                  <a:srgbClr val="53667C"/>
                </a:solidFill>
              </a:defRPr>
            </a:lvl8pPr>
            <a:lvl9pPr>
              <a:defRPr sz="16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67C"/>
                </a:solidFill>
              </a:defRPr>
            </a:pPr>
            <a:r>
              <a:rPr sz="1650" b="0">
                <a:solidFill>
                  <a:srgbClr val="53667C"/>
                </a:solidFill>
              </a:rPr>
              <a:t>설정·업로드 화면: 분리된 상태 파일을 사용한 샘플 실행</a:t>
            </a:r>
          </a:p>
        </p:txBody>
      </p:sp>
    </p:spTree>
    <p:extLst>
      <p:ext uri="{BB962C8B-B14F-4D97-AF65-F5344CB8AC3E}">
        <p14:creationId xmlns:p14="http://schemas.microsoft.com/office/powerpoint/2010/main" val="731005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4023D-3426-44C3-A5C5-3DC5FF80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관리자 메뉴와 화면 이동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26CDD-DF48-47BE-AA61-44A28EE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802CA-DCCB-4B8E-BA5C-F19C688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관리자로 로그인하면 상단의 설정, 담당 입력, 데이터 업로드를 사용할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12984-0ECF-40FA-B114-F43CD7F0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설정 안에서 역할·계정 관리, 감사이력, 공정 배치도 수정 탭을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3B18-BEDA-4528-8F52-DF230423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운영현황·조회·운영요약은 변경 결과를 확인하는 화면으로 사용합니다.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F150F-BE8A-4374-8634-F6AB0A23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화면의 건수와 사용자명은 적재된 데이터와 로그인 계정에 따라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041787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69227-3E74-4447-BB65-CC88963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설정 화면: 역할별 권한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51B2-A776-445F-9020-B872C40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6708-3362-40D4-BF45-938EC9832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f4959fa6f4639"/>
          <a:stretch xmlns:a="http://schemas.openxmlformats.org/drawingml/2006/main"/>
        </p:blipFill>
        <p:spPr>
          <a:xfrm xmlns:a="http://schemas.openxmlformats.org/drawingml/2006/main">
            <a:off x="2286000" y="11620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A046-3D2F-414B-BE1E-6BE4C30B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위쪽은 역할별 권한, 아래쪽은 사용자 목록입니다.</a:t>
            </a:r>
          </a:p>
        </p:txBody>
      </p:sp>
    </p:spTree>
    <p:extLst>
      <p:ext uri="{BB962C8B-B14F-4D97-AF65-F5344CB8AC3E}">
        <p14:creationId xmlns:p14="http://schemas.microsoft.com/office/powerpoint/2010/main" val="755811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0D4FA-C9B2-45A5-A690-26BC7677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역할별 권한 표의 각 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572A5-8AF8-4CFF-9F68-48117B1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D64E-B59E-449B-9A11-BCC2C71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운영현황·조회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6273F-639F-4AC1-A7D9-680D9C40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조회자와 작업담당자의 기본 조회는 고정 허용입니다. 체크박스를 바꿀 수 없습니다.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8BE84-F7B3-453F-9239-9945264B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담당 실적·사건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86312-8322-468C-9D55-CAE8A10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조회자·작업담당자의 허용 여부를 각각 체크로 바꿉니다. 작업담당자는 기본 허용입니다.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2AD78-3D42-40DA-A196-F5ED1F5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데이터 적재·초기화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6EFE5-5402-4C4F-9813-5364C51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조회자·작업담당자의 CSV 적재와 데이터 초기화 접근을 허용·해제합니다.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25C1E-A807-4D91-9C00-D0A6CD0A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역할·계정·감사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CA9DB-D569-43EC-BAFB-4FF57AD8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관리자만 사용할 수 있습니다. 다른 역할에 이 관리 권한을 넘길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829984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6CB7D-FDDA-4D51-93B3-823484D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권한 변경을 저장하고 확인하기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4665-595F-4AA0-9E43-1D0EDDA4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6AAD8-A121-4654-B2A3-937A552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조회자·작업담당자 열의 변경 가능한 체크박스만 조정합니다.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1A293-DB6C-4257-A9AD-16A3C8A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변경 사항 저장을 누른 뒤 화면에 ‘저장했습니다.’가 표시되는지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1FFE6-A651-41EE-AAD3-5598DF4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설정을 다시 열어 체크 상태를 확인하고, 감사이력에서 permissions 기록을 찾습니다.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A76C-442F-4080-860A-38247F5F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사용자 화면의 권한 표시는 재로그인 또는 새로고침 후 확인합니다. 서버는 요청마다 권한을 검사합니다.</a:t>
            </a:r>
          </a:p>
        </p:txBody>
      </p:sp>
    </p:spTree>
    <p:extLst>
      <p:ext uri="{BB962C8B-B14F-4D97-AF65-F5344CB8AC3E}">
        <p14:creationId xmlns:p14="http://schemas.microsoft.com/office/powerpoint/2010/main" val="167409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0C626-D9B2-40D1-A528-6A6FE54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설정 화면: 사용자 목록과 양식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E0175-FB71-4F81-AB76-A0A45CC8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DB29B-33B4-440E-ACAD-26043175F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4348c9bd0440a"/>
          <a:stretch xmlns:a="http://schemas.openxmlformats.org/drawingml/2006/main"/>
        </p:blipFill>
        <p:spPr>
          <a:xfrm xmlns:a="http://schemas.openxmlformats.org/drawingml/2006/main">
            <a:off x="2286000" y="11620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CA74-237E-4348-B951-1E334CD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목록 아래에 추가·수정에 공통으로 쓰는 양식이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39913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28FB-CEEC-4DBD-840B-A65909C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사용자 추가 양식의 입력값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9829-F4D7-41B1-8695-25030C40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532C2-AD8C-4550-8167-A611CEDD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아이디·이름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B929F-2CEE-4E8B-83ED-F61D070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둘 다 필수입니다. 아이디는 로그인에 쓰며 기존 아이디와 대소문자만 다른 값도 중복으로 거부됩니다.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976D4-7B98-4F92-83FD-C7E83880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역할·활성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EB8A2-58BD-42CF-8B46-5DAF130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VIEWER, WORKER, ADMIN 중 선택합니다. 활성 체크가 꺼진 계정은 사용할 수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1808-7592-4704-B138-AAA849B1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비밀번호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6C6C4-1835-43AA-9919-AAF046BC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새 계정에는 12자 이상이 필요합니다. 화면에는 입력값을 다시 보여주지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CA6F8-9103-431E-B784-93072E2B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담당 작업번호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4F8D9-9769-4FF0-BF1A-E6DD07B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쉼표로 구분해 입력합니다. 존재하지 않는 작업지시 번호가 있으면 저장이 거부됩니다.</a:t>
            </a:r>
          </a:p>
        </p:txBody>
      </p:sp>
    </p:spTree>
    <p:extLst>
      <p:ext uri="{BB962C8B-B14F-4D97-AF65-F5344CB8AC3E}">
        <p14:creationId xmlns:p14="http://schemas.microsoft.com/office/powerpoint/2010/main" val="1956379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AF16A-ADC7-4633-A25C-EA62070A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사용자 추가와 입력 초기화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F6F39-1D7B-477D-B768-CF4BFC58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0E8FE-8CB2-4000-B4AD-F8AA962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사용자 역할 배정 아래의 사용자 추가 양식에 아이디·이름·역할을 입력합니다.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8FE5C-94B6-4203-AD49-484A449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비밀번호와 필요한 담당 작업번호를 넣고 활성 여부를 확인한 뒤 저장합니다.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F4913-DB42-4257-AB91-1C3A8431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성공하면 목록이 다시 표시됩니다. 새 계정의 역할·담당 작업·상태를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7F737-0779-46AF-9361-99F0CACB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입력 초기화는 현재 양식을 비우고 신규 모드로 돌아갑니다. 저장된 사용자를 삭제하지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9957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BDBD2-E621-4455-9C69-C2F161B7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기존 사용자 수정의 동작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0CB23-D576-4E18-8E3F-6552104C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C6B14-A197-4077-8956-5917C4A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수정 버튼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76304-E2EE-4B9A-BF68-DA7D1F3C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목록에서 선택하면 아래 양식에 사용자 값이 채워지고 아이디는 수정할 수 없게 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4C011-22A8-4D90-903A-1DD668CD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비밀번호 공란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A8B37-E59F-4B36-9B74-FC1E5C5F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수정 중 비워 두면 기존 비밀번호를 유지합니다. 바꾸려면 12자 이상으로 입력합니다.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CA63F-4844-426E-ADC4-7685BF27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역할·활성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681A0-4FB6-452C-A4A0-2B54A3C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역할, 활성 상태 또는 비밀번호를 바꾸면 그 사용자의 기존 로그인 세션이 무효화됩니다.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9B23C-D500-4551-9D93-C5F720A0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마지막 관리자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8BF1F-7398-4BEE-932E-BE2F9A2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마지막 활성 ADMIN 계정은 비활성화하거나 다른 역할로 바꿀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7736296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9CE90-E2AF-4862-95C6-19357E40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담당 작업 배정과 오류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03B6-F64E-402F-818F-60E34834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8995F-3C01-4076-B396-34DD318E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작업번호 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3D143-D249-4E85-B033-5B70F65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양식에는 작업번호를 쉼표로 나눠 적습니다. 화면이 앞뒤 공백을 제거해 목록으로 보냅니다.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CF1A-4CD7-4DF0-9A2D-0284221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서버 검사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688AF-A4F1-49E5-8C2A-6BFD8F1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현재 적재 데이터의 work_orders에 없는 번호는 ‘존재하지 않는 작업 배정’으로 거부합니다.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102DB-B4BD-4790-8B45-7FEA45E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입력 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4B43-8908-4D2A-99C1-43508FC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WORKER는 배정 작업만 실적·사건 등록·수정할 수 있습니다. ADMIN은 모든 작업을 다룹니다.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131BD-4155-414B-B678-517BBA8D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저장 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00EFF-08FB-4012-90F5-1A9BFD20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양식 아래 오류 메시지를 읽고 아이디 중복, 비밀번호 길이, 배정 번호를 다시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89209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21A87-BBDB-4261-B676-C2D3757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설정 화면: 감사이력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F475D-4EF7-4D3D-BF0C-6F3B9EB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30EDB-B21D-44BB-B282-0C252DBFC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836cbf36449d7"/>
          <a:stretch xmlns:a="http://schemas.openxmlformats.org/drawingml/2006/main"/>
        </p:blipFill>
        <p:spPr>
          <a:xfrm xmlns:a="http://schemas.openxmlformats.org/drawingml/2006/main">
            <a:off x="2286000" y="11620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06195-70D9-45C7-A5ED-4CCEBD74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필터를 적용한 뒤 변경 내용의 보기를 열어 전후 값을 봅니다.</a:t>
            </a:r>
          </a:p>
        </p:txBody>
      </p:sp>
    </p:spTree>
    <p:extLst>
      <p:ext uri="{BB962C8B-B14F-4D97-AF65-F5344CB8AC3E}">
        <p14:creationId xmlns:p14="http://schemas.microsoft.com/office/powerpoint/2010/main" val="281251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16B9E-8CEF-4DF4-A013-6C537A5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감사이력 필터의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9A5E1-C1C4-475B-A6B1-F64B540E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9B74-7896-47A2-9302-DF7A6157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수행자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66CF3-ACB8-4752-AAD8-25AD24B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감사 기록의 내부 수행자 ID를 부분 검색합니다. 로그인 아이디를 그대로 넣는 필드는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492D4-F646-49A4-B967-786D7093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작업·대상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C07AA-5973-410B-B37E-D676F44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작업명과 대상 종류·번호를 부분 검색합니다. 여러 조건은 함께 적용됩니다.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54065-0486-4F69-991A-6FDD047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시작일·종료일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CCEDB-BFC2-4AD8-84DF-34BBCA5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한국 날짜로 지정합니다. 시작일이 종료일보다 늦으면 조회를 실행하지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297F5-2146-4E28-A121-1BAB4E0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8D4CA-71CA-44C7-9548-68C0BC4A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조건에 맞는 최신 기록부터 최대 200건을 표시합니다. 조건을 좁혀 다시 조회할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54251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E2F92-87CF-47F7-A001-13A65E3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감사 기록에서 확인할 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45B99-6EBA-4BEF-8B08-59D4D75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47353-7A5F-4AAD-BBA6-6E0D6A5A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시각·수행자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697D0-32EF-4C68-ADBE-13AA494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언제, 어떤 계정이 저장했는지 확인합니다. 촬영용 샘플의 ID와 실제 사용자 ID는 다릅니다.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88931-6427-4246-8192-0B574B5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작업·대상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CF5C5-D049-4C08-8A31-B6CB760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create/update/permissions/reset/restore-sample/layout:update 등과 user/roles/zones 등을 대조합니다.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70F4-6DE4-4682-8E18-A65B5D68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변경 내용 → 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3E851-B8AB-4528-A2DF-45F7127C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before와 after를 펼쳐 저장 전후 값을 확인합니다. 좌표 변경이면 구역별 X/Y를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481B9-F1BA-42F1-BFEC-7D3C94B9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기록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D5444-E55C-473D-8166-C6D5380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성공 저장은 기록되지만 실패·권한 거부 요청은 현재 감사 이력에 남지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93641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47142-AC2E-48C4-BFE0-4892CEFD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데이터 업로드 화면: CSV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25925-74CF-40CF-8B30-AE940DB7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3FDCE-E629-4451-9369-823C9D9820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8882d9ebc47cf"/>
          <a:stretch xmlns:a="http://schemas.openxmlformats.org/drawingml/2006/main"/>
        </p:blipFill>
        <p:spPr>
          <a:xfrm xmlns:a="http://schemas.openxmlformats.org/drawingml/2006/main">
            <a:off x="2286000" y="11620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30E01-CFA0-459B-81D5-C749A657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파일 선택, 양식 내려받기, 검증 규칙, 데이터 상태가 한 화면에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337476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0176D-AE49-43AF-A414-F495627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CSV 선택 영역의 버튼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83B8-7D70-41CB-BADA-9981EE5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9E934-570C-4C6B-AD6C-7AABA59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CSV 파일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129B2-5981-497D-BAD9-D8C8BE8C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한 파일이면 셀 미리보기로, 여러 파일이면 파일 목록과 일괄 검증으로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60DB2-6C74-4A6A-B0D7-51D6764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CSV 폴더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684FD-EFAB-46F3-A46A-3F3D0EF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하위 폴더의 CSV까지 선택합니다. CSV가 아닌 파일은 제외하고 제외 개수를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35852-F7A6-406C-A013-0B3C972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대상 테이블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82D3B-FAD4-4D18-BED1-DDEA57E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단일 파일의 표를 자동 판별하거나 직접 지정합니다. 헤더는 저장 시 서버 명세와 대조됩니다.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51755-870A-4998-A77B-AFEC29ED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예시·양식 받기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DE932-2B8E-4E3C-B3F0-9A8017F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데이터가 있으면 정상/오류 예시, 비어 있으면 선택 테이블의 빈 양식을 내려받습니다.</a:t>
            </a:r>
          </a:p>
        </p:txBody>
      </p:sp>
    </p:spTree>
    <p:extLst>
      <p:ext uri="{BB962C8B-B14F-4D97-AF65-F5344CB8AC3E}">
        <p14:creationId xmlns:p14="http://schemas.microsoft.com/office/powerpoint/2010/main" val="16533011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D495B-5B25-458C-9D56-1098DCB1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단일 CSV를 미리보기에서 수정하기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72CD7-6027-4437-B62C-F18CAD3F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46A43-0957-4E5E-988F-4D387400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CSV 하나를 선택해 대상 테이블과 미리보기의 행·열을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E56FD-707E-4293-8E9A-3C121BA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빨간 셀의 오류 설명을 읽고 표에서 값을 고칩니다. 정상 셀은 초록색으로 표시됩니다.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D0148-941A-4ED2-9D9D-E864DFFB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필요하면 열 추가·행 추가·행 삭제를 사용합니다. 변경할 때마다 검증이 갱신됩니다.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65FD0-A79C-4E54-BC26-30B14CC8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오류가 0건이면 검증 후 업로드를 누릅니다. 서버가 다시 검사하고 성공 결과를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9014701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507B1-7ED9-4371-8AF9-4AF5EB75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여러 CSV 선택 후 서버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3017D-9130-49AF-A55C-1C1981D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C0317-615D-41C9-815D-11B402930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fad168d2643e4"/>
          <a:stretch xmlns:a="http://schemas.openxmlformats.org/drawingml/2006/main"/>
        </p:blipFill>
        <p:spPr>
          <a:xfrm xmlns:a="http://schemas.openxmlformats.org/drawingml/2006/main">
            <a:off x="2336132" y="1162050"/>
            <a:ext cx="7519737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78ADF-E47C-4021-B751-FF51AC5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제품 구현 캡처: 선택 파일·대상 테이블·행 수와 검증 버튼.</a:t>
            </a:r>
          </a:p>
        </p:txBody>
      </p:sp>
    </p:spTree>
    <p:extLst>
      <p:ext uri="{BB962C8B-B14F-4D97-AF65-F5344CB8AC3E}">
        <p14:creationId xmlns:p14="http://schemas.microsoft.com/office/powerpoint/2010/main" val="985418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94988-871E-4131-9270-CB91F63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여러 CSV·폴더의 전체 저장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AB39F-DB55-483D-8A34-76B4C542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C4781-DE2C-4EAA-A3A0-726FAAE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1. 선택한 CSV 목록에서 파일명·대상 테이블·행 수를 먼저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892DC-CA1C-4A60-B56C-4F13CE1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2. 서버 검증을 누릅니다. 파일 선택 순서가 달라도 서버가 참조 순서로 검사합니다.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594EF-B06E-4FC8-9D53-32CE20A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3. 오류가 있으면 파일·행·필드·사유를 보고 원본 CSV를 수정해 다시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7327C-3B63-4425-B4CA-66F132B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62840"/>
                </a:solidFill>
              </a:defRPr>
            </a:defPPr>
            <a:lvl1pPr>
              <a:defRPr sz="1725" b="0">
                <a:solidFill>
                  <a:srgbClr val="162840"/>
                </a:solidFill>
              </a:defRPr>
            </a:lvl1pPr>
            <a:lvl2pPr>
              <a:defRPr sz="1725" b="0">
                <a:solidFill>
                  <a:srgbClr val="162840"/>
                </a:solidFill>
              </a:defRPr>
            </a:lvl2pPr>
            <a:lvl3pPr>
              <a:defRPr sz="1725" b="0">
                <a:solidFill>
                  <a:srgbClr val="162840"/>
                </a:solidFill>
              </a:defRPr>
            </a:lvl3pPr>
            <a:lvl4pPr>
              <a:defRPr sz="1725" b="0">
                <a:solidFill>
                  <a:srgbClr val="162840"/>
                </a:solidFill>
              </a:defRPr>
            </a:lvl4pPr>
            <a:lvl5pPr>
              <a:defRPr sz="1725" b="0">
                <a:solidFill>
                  <a:srgbClr val="162840"/>
                </a:solidFill>
              </a:defRPr>
            </a:lvl5pPr>
            <a:lvl6pPr>
              <a:defRPr sz="1725" b="0">
                <a:solidFill>
                  <a:srgbClr val="162840"/>
                </a:solidFill>
              </a:defRPr>
            </a:lvl6pPr>
            <a:lvl7pPr>
              <a:defRPr sz="1725" b="0">
                <a:solidFill>
                  <a:srgbClr val="162840"/>
                </a:solidFill>
              </a:defRPr>
            </a:lvl7pPr>
            <a:lvl8pPr>
              <a:defRPr sz="1725" b="0">
                <a:solidFill>
                  <a:srgbClr val="162840"/>
                </a:solidFill>
              </a:defRPr>
            </a:lvl8pPr>
            <a:lvl9pPr>
              <a:defRPr sz="17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840"/>
                </a:solidFill>
              </a:defRPr>
            </a:pPr>
            <a:r>
              <a:rPr sz="1725" b="0">
                <a:solidFill>
                  <a:srgbClr val="162840"/>
                </a:solidFill>
              </a:rPr>
              <a:t>4. 오류 0건으로 검증을 통과해야 전체 업로드가 켜집니다. 저장 요청 때 다시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14355748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05A19-427B-48F0-ACC7-687DEEE1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업로드 오류와 중복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9BCC7-BE4B-4159-A8B9-B8AA6657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3248-AD99-45AE-A99A-3FC0D8EF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식별자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23A29-0062-4F76-B2AB-554C496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기존 데이터·같은 파일·같은 요청의 기본키 중복을 거부합니다. 생산계획은 작업당 1건입니다.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6EDC2-33E5-42F5-BF71-7958EBC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실적 내용 중복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A5DF8-1775-4804-82C4-D85E24A0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번호가 달라도 작업·집계 시작/종료·증분 수량·단위가 같으면 중복으로 거부합니다.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6658C-E9CE-4772-B7C7-AFE431B3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관계·시간·수량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A6BFD-1F44-483D-B5EF-1D1DCA19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없는 참조, 잘못된 단위·상태, 시작/종료 역전, 음수 증분 등을 검사합니다.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F311B-FD0A-4D9F-BF84-C2330299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전체 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03530-2AD9-414D-92EB-1198327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여러 파일 중 한 건이라도 오류가 있으면 아무 파일도 저장하지 않습니다. 오류는 최대 50건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0959043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8AF97-5327-406E-B58B-601F857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데이터 상태·초기화·복원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356AC-D2E3-483A-BE28-C7AEF76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2266-3407-4773-AD07-9ADC75D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데이터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0586-D3A7-45A1-ADE1-55546A2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테이블별 행 수와 운영현황 준비 여부를 확인합니다. 업로드 전후 건수를 대조합니다.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C2283-0E92-4F53-AB0E-31E5F17A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데이터 초기화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1A77A-D4CD-40CF-AFA5-F79E9F9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확인 창 승인 시 현재 15개 업무 테이블을 비웁니다. 운영현황은 0/0과 미작업으로 바뀝니다.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EB4AE-FD65-4031-8F11-DEF88853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샘플 데이터 복원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6785-0F7A-4E96-9A90-934CC7B7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확인 창 승인 시 현재 데이터를 샘플 엑셀 내용으로 교체합니다. 샘플 파일이 없으면 실패합니다.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CA26D-F237-4CEB-BF17-AF47200A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감사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760B6-8704-4656-8F93-3E5ED05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reset·restore-sample 이력을 확인합니다. 두 작업 모두 특정 CSV 한 건만 취소하는 기능은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716093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63130-D234-4440-BB75-6B9443C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설정 화면: 공정 배치도 수정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3A36F-3D4B-4F66-989F-6804726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80752-47A6-4F20-8BD0-5D051BD74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1cb4f9de44f7c"/>
          <a:stretch xmlns:a="http://schemas.openxmlformats.org/drawingml/2006/main"/>
        </p:blipFill>
        <p:spPr>
          <a:xfrm xmlns:a="http://schemas.openxmlformats.org/drawingml/2006/main">
            <a:off x="2286000" y="11620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6709-5CEE-4106-85A6-D65BD455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구역을 선택하면 오른쪽에서 좌표를 입력하고 아래에서 변경 전후를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890959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31C0B-2AF4-4A1E-A213-861845DC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공정 배치 편집의 조작법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60CF3-E284-47DC-8F07-C4A36CA6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9743A-2087-4703-B313-344FA24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구역 선택·드래그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0C06-0469-4430-8E1D-C8CA3E8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구역을 선택해 마우스로 옮깁니다. 선택한 구역의 코드·이름·좌표가 오른쪽에 나타납니다.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871C9-B646-4712-8F0F-7480F0E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격자에 맞추기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1367F-1AC5-4ADD-B9F5-9732F0BB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체크하면 드래그와 방향키가 20단위로 이동합니다. 해제하면 방향키는 1단위입니다.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C1201-4C14-4D51-B4EF-83816D2E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방향키·Shift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357FC-7F7A-4535-AF03-00D490DC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방향키로 이동할 수 있습니다. Shift와 함께 누르면 이동 폭이 5배가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B4063-37AA-4B24-8E07-1245246E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X/Y 직접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B788B-91F0-48C6-BDC5-52FB6D3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-10000~10000 값을 넣고 좌표 적용을 누르면 편집 초안만 바뀝니다. 배치 저장은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1715747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8AE72-5675-448A-A20B-B2F786C0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배치 화면의 상단 버튼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A93A-B539-4F00-ADC9-5CA8DB7F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03134-1D70-439D-8ADD-028CDC7D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저장 전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42970-9B0F-4554-B2BF-C784531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서버에 아직 반영되지 않은 구역 수입니다. 변경 내역에서 기존/새 좌표를 비교합니다.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5338C-B395-45F5-A166-D36FD7AB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변경 되돌리기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BDBE7-93A5-4537-9504-A511DE1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현재 브라우저의 저장 전 초안을 버리고 마지막으로 읽은 저장 좌표로 돌아갑니다.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3BE81-1AEF-4CD4-8364-05E2888E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서버 배치 다시 불러오기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62425-F2A7-4190-884B-50F47C9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최신 서버 zones를 읽고 저장 전 변경을 모두 버립니다. 다른 관리자의 저장 후 사용합니다.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4F069-FA1C-43BE-B010-1CCB023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배치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5A00-B479-4FCF-B959-DD08B19B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변경 좌표를 서버에 보냅니다. 성공하면 현재 브라우저 배치와 감사이력에 반영됩니다.</a:t>
            </a:r>
          </a:p>
        </p:txBody>
      </p:sp>
    </p:spTree>
    <p:extLst>
      <p:ext uri="{BB962C8B-B14F-4D97-AF65-F5344CB8AC3E}">
        <p14:creationId xmlns:p14="http://schemas.microsoft.com/office/powerpoint/2010/main" val="4646605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DFCEE-2317-4142-8B33-28E45E15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좌표 저장 결과와 충돌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E679-B60A-4369-A0BC-4E92CED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1B7E3-8288-4739-86CD-4482178F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저장 전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66C3C-D0C3-4CA4-BB6B-6EA5143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각 구역의 이전 좌표가 서버의 현재 좌표와 같은지 검사합니다. 다르면 전체 저장이 거부됩니다.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EA174-9978-4B66-BB77-73E90F3A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409 충돌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7B8F3-3D8D-4085-9A04-8E07A99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서버 배치 다시 불러오기로 최신 위치를 받은 뒤 다시 편집합니다. 자동 병합하지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33EA6-FF18-41B0-B9AD-05C20B9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반영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E03E7-A3E8-4855-84B5-9B02943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현재 브라우저의 메인·상세·비교 배치에 반영됩니다. 다른 브라우저는 새로고침합니다.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F7A72-EBB9-47FE-8ADF-0AF9F03D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원본과 감사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C82F1-9A9F-4EB9-BE20-29377A4C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zones의 X/Y만 바뀌며 원본 CSV·엑셀은 보존됩니다. 감사에는 layout:update가 남습니다.</a:t>
            </a:r>
          </a:p>
        </p:txBody>
      </p:sp>
    </p:spTree>
    <p:extLst>
      <p:ext uri="{BB962C8B-B14F-4D97-AF65-F5344CB8AC3E}">
        <p14:creationId xmlns:p14="http://schemas.microsoft.com/office/powerpoint/2010/main" val="15064367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A1FA3-8774-492E-AC1A-1382954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담당 입력: 관리자 확인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A4B7A-D49E-4919-9E98-9FF6DB5C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96AED-861E-4B3A-AF7F-3D9B99306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b2fe724374a67"/>
          <a:stretch xmlns:a="http://schemas.openxmlformats.org/drawingml/2006/main"/>
        </p:blipFill>
        <p:spPr>
          <a:xfrm xmlns:a="http://schemas.openxmlformats.org/drawingml/2006/main">
            <a:off x="5236261" y="1162050"/>
            <a:ext cx="1719477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E9B2C-3EEF-44FB-85CF-46E2C051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67C"/>
                </a:solidFill>
              </a:defRPr>
            </a:defPPr>
            <a:lvl1pPr>
              <a:defRPr sz="1350" b="0">
                <a:solidFill>
                  <a:srgbClr val="53667C"/>
                </a:solidFill>
              </a:defRPr>
            </a:lvl1pPr>
            <a:lvl2pPr>
              <a:defRPr sz="1350" b="0">
                <a:solidFill>
                  <a:srgbClr val="53667C"/>
                </a:solidFill>
              </a:defRPr>
            </a:lvl2pPr>
            <a:lvl3pPr>
              <a:defRPr sz="1350" b="0">
                <a:solidFill>
                  <a:srgbClr val="53667C"/>
                </a:solidFill>
              </a:defRPr>
            </a:lvl3pPr>
            <a:lvl4pPr>
              <a:defRPr sz="1350" b="0">
                <a:solidFill>
                  <a:srgbClr val="53667C"/>
                </a:solidFill>
              </a:defRPr>
            </a:lvl4pPr>
            <a:lvl5pPr>
              <a:defRPr sz="1350" b="0">
                <a:solidFill>
                  <a:srgbClr val="53667C"/>
                </a:solidFill>
              </a:defRPr>
            </a:lvl5pPr>
            <a:lvl6pPr>
              <a:defRPr sz="1350" b="0">
                <a:solidFill>
                  <a:srgbClr val="53667C"/>
                </a:solidFill>
              </a:defRPr>
            </a:lvl6pPr>
            <a:lvl7pPr>
              <a:defRPr sz="1350" b="0">
                <a:solidFill>
                  <a:srgbClr val="53667C"/>
                </a:solidFill>
              </a:defRPr>
            </a:lvl7pPr>
            <a:lvl8pPr>
              <a:defRPr sz="1350" b="0">
                <a:solidFill>
                  <a:srgbClr val="53667C"/>
                </a:solidFill>
              </a:defRPr>
            </a:lvl8pPr>
            <a:lvl9pPr>
              <a:defRPr sz="1350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C"/>
                </a:solidFill>
              </a:defRPr>
            </a:pPr>
            <a:r>
              <a:rPr sz="1350" b="0">
                <a:solidFill>
                  <a:srgbClr val="53667C"/>
                </a:solidFill>
              </a:rPr>
              <a:t>관리자는 작업 배정과 관계없이 실적·사건을 입력할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455226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BA20C-F8CD-4784-A728-AFFEEE6F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담당 입력의 선택과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0D885-8444-4A34-B627-92642C0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1CCF9-F24C-4640-BB78-C313FB3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입력 종류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8B677-E1FE-414B-9E34-DC63AE1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생산 실적 또는 사건을 고르면 해당 테이블 명세에 맞는 입력란이 나타납니다.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DA350-C7B6-4B15-8612-993681F5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기존 기록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B72B-D0E0-49DD-800C-9EB01B5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새 기록 또는 기존 번호를 선택합니다. 기존 기록이면 저장된 값이 양식에 채워집니다.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0152A-3E88-4507-8552-8542831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저장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2892E-796F-4234-9312-A9047FDE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성공 메시지를 확인하고 새로고침해 운영현황·조회·운영요약의 집계 변화를 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BACA3-02D4-48C4-AAA0-8345ACE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오류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C494D-D267-4CBD-BA54-CB893D1D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서버의 필드별 오류를 읽습니다. 작업담당자는 미배정 작업이면 403으로 거부됩니다.</a:t>
            </a:r>
          </a:p>
        </p:txBody>
      </p:sp>
    </p:spTree>
    <p:extLst>
      <p:ext uri="{BB962C8B-B14F-4D97-AF65-F5344CB8AC3E}">
        <p14:creationId xmlns:p14="http://schemas.microsoft.com/office/powerpoint/2010/main" val="17727152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59881-5FE9-49EA-AEED-C348A381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변경 작업별 최종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1C48E-9BA2-413D-8954-5C60BAC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3667C"/>
                </a:solidFill>
              </a:defRPr>
            </a:defPPr>
            <a:lvl1pPr>
              <a:defRPr sz="975" b="0">
                <a:solidFill>
                  <a:srgbClr val="53667C"/>
                </a:solidFill>
              </a:defRPr>
            </a:lvl1pPr>
            <a:lvl2pPr>
              <a:defRPr sz="975" b="0">
                <a:solidFill>
                  <a:srgbClr val="53667C"/>
                </a:solidFill>
              </a:defRPr>
            </a:lvl2pPr>
            <a:lvl3pPr>
              <a:defRPr sz="975" b="0">
                <a:solidFill>
                  <a:srgbClr val="53667C"/>
                </a:solidFill>
              </a:defRPr>
            </a:lvl3pPr>
            <a:lvl4pPr>
              <a:defRPr sz="975" b="0">
                <a:solidFill>
                  <a:srgbClr val="53667C"/>
                </a:solidFill>
              </a:defRPr>
            </a:lvl4pPr>
            <a:lvl5pPr>
              <a:defRPr sz="975" b="0">
                <a:solidFill>
                  <a:srgbClr val="53667C"/>
                </a:solidFill>
              </a:defRPr>
            </a:lvl5pPr>
            <a:lvl6pPr>
              <a:defRPr sz="975" b="0">
                <a:solidFill>
                  <a:srgbClr val="53667C"/>
                </a:solidFill>
              </a:defRPr>
            </a:lvl6pPr>
            <a:lvl7pPr>
              <a:defRPr sz="975" b="0">
                <a:solidFill>
                  <a:srgbClr val="53667C"/>
                </a:solidFill>
              </a:defRPr>
            </a:lvl7pPr>
            <a:lvl8pPr>
              <a:defRPr sz="975" b="0">
                <a:solidFill>
                  <a:srgbClr val="53667C"/>
                </a:solidFill>
              </a:defRPr>
            </a:lvl8pPr>
            <a:lvl9pPr>
              <a:defRPr sz="975" b="0">
                <a:solidFill>
                  <a:srgbClr val="53667C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67C"/>
                </a:solidFill>
              </a:defRPr>
            </a:pPr>
            <a:r>
              <a:rPr sz="975" b="0">
                <a:solidFill>
                  <a:srgbClr val="53667C"/>
                </a:solidFill>
              </a:rPr>
              <a:t>조선 AX · 관리자 화면별 상세 매뉴얼 ·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ADF5-52FD-466F-A5A1-4F2445E4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권한·계정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7260A-86A2-434D-8A90-B53B5A6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33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저장 메시지, 사용자 목록, 해당 역할의 새 로그인 화면, 감사이력을 대조합니다.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01F4B-551C-4FF0-9492-233B46F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CSV·초기화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5F0C7-5D32-4BDB-AD85-FD6B7C4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적재 결과와 테이블별 건수, 운영현황 수치, 감사이력을 함께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CF1F6-A679-49E7-9470-5254EB2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배치 좌표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FE57A-825A-4390-A0E6-320A6C3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저장 전 변경이 해소됐는지 보고 메인·비교 화면 및 감사의 전후 좌표를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B2488-0DF0-48C6-B2DE-72A59E9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C65AE"/>
                </a:solidFill>
              </a:defRPr>
            </a:defPPr>
            <a:lvl1pPr>
              <a:defRPr sz="1800" b="1">
                <a:solidFill>
                  <a:srgbClr val="1C65AE"/>
                </a:solidFill>
              </a:defRPr>
            </a:lvl1pPr>
            <a:lvl2pPr>
              <a:defRPr sz="1800" b="1">
                <a:solidFill>
                  <a:srgbClr val="1C65AE"/>
                </a:solidFill>
              </a:defRPr>
            </a:lvl2pPr>
            <a:lvl3pPr>
              <a:defRPr sz="1800" b="1">
                <a:solidFill>
                  <a:srgbClr val="1C65AE"/>
                </a:solidFill>
              </a:defRPr>
            </a:lvl3pPr>
            <a:lvl4pPr>
              <a:defRPr sz="1800" b="1">
                <a:solidFill>
                  <a:srgbClr val="1C65AE"/>
                </a:solidFill>
              </a:defRPr>
            </a:lvl4pPr>
            <a:lvl5pPr>
              <a:defRPr sz="1800" b="1">
                <a:solidFill>
                  <a:srgbClr val="1C65AE"/>
                </a:solidFill>
              </a:defRPr>
            </a:lvl5pPr>
            <a:lvl6pPr>
              <a:defRPr sz="1800" b="1">
                <a:solidFill>
                  <a:srgbClr val="1C65AE"/>
                </a:solidFill>
              </a:defRPr>
            </a:lvl6pPr>
            <a:lvl7pPr>
              <a:defRPr sz="1800" b="1">
                <a:solidFill>
                  <a:srgbClr val="1C65AE"/>
                </a:solidFill>
              </a:defRPr>
            </a:lvl7pPr>
            <a:lvl8pPr>
              <a:defRPr sz="1800" b="1">
                <a:solidFill>
                  <a:srgbClr val="1C65AE"/>
                </a:solidFill>
              </a:defRPr>
            </a:lvl8pPr>
            <a:lvl9pPr>
              <a:defRPr sz="18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C65AE"/>
                </a:solidFill>
              </a:defRPr>
            </a:pPr>
            <a:r>
              <a:rPr sz="1800" b="1">
                <a:solidFill>
                  <a:srgbClr val="1C65AE"/>
                </a:solidFill>
              </a:rPr>
              <a:t>현재 제약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95B74-4183-466E-8B41-8B79AFAA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053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로컬 단일 서버 상태 파일 기반입니다. 다중 서버 동시 쓰기와 장기 감사 보존은 별도 운영 구성이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68875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2026-10-29T04:55:20.9490000Z</dcterms:created>
  <dcterms:modified xsi:type="dcterms:W3CDTF">2026-10-29T04:55:20.9490000Z</dcterms:modified>
</coreProperties>
</file>