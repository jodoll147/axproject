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33bb9524f24ed6" /><Relationship Type="http://schemas.openxmlformats.org/officeDocument/2006/relationships/extended-properties" Target="/docProps/app.xml" Id="R6b9355a2838c4e48" /><Relationship Type="http://schemas.openxmlformats.org/officeDocument/2006/relationships/officeDocument" Target="/ppt/presentation.xml" Id="Reb3c8377eeb4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ba0d2ee07e4a07"/>
  </p:sldMasterIdLst>
  <p:notesMasterIdLst>
    <p:notesMasterId xmlns:r="http://schemas.openxmlformats.org/officeDocument/2006/relationships" r:id="R822a3ff542864ce4"/>
  </p:notesMasterIdLst>
  <p:sldIdLst>
    <p:sldId xmlns:r="http://schemas.openxmlformats.org/officeDocument/2006/relationships" id="256" r:id="R53778cd4cc134ec7"/>
    <p:sldId xmlns:r="http://schemas.openxmlformats.org/officeDocument/2006/relationships" id="257" r:id="Ra0dd70eb4ce6409d"/>
    <p:sldId xmlns:r="http://schemas.openxmlformats.org/officeDocument/2006/relationships" id="258" r:id="R9cfe8b41c4b34391"/>
    <p:sldId xmlns:r="http://schemas.openxmlformats.org/officeDocument/2006/relationships" id="259" r:id="Rb7d26bda5cab4d6b"/>
    <p:sldId xmlns:r="http://schemas.openxmlformats.org/officeDocument/2006/relationships" id="260" r:id="Ra6ca22994a2e489a"/>
    <p:sldId xmlns:r="http://schemas.openxmlformats.org/officeDocument/2006/relationships" id="261" r:id="Ref8b800a316846d1"/>
    <p:sldId xmlns:r="http://schemas.openxmlformats.org/officeDocument/2006/relationships" id="262" r:id="Rb178b163e5654c5a"/>
    <p:sldId xmlns:r="http://schemas.openxmlformats.org/officeDocument/2006/relationships" id="263" r:id="R8d2f27a789814d31"/>
    <p:sldId xmlns:r="http://schemas.openxmlformats.org/officeDocument/2006/relationships" id="264" r:id="R6c4c345a0c794fd6"/>
    <p:sldId xmlns:r="http://schemas.openxmlformats.org/officeDocument/2006/relationships" id="265" r:id="R200d86f2316b4b44"/>
    <p:sldId xmlns:r="http://schemas.openxmlformats.org/officeDocument/2006/relationships" id="266" r:id="R3aab2933942e41d0"/>
    <p:sldId xmlns:r="http://schemas.openxmlformats.org/officeDocument/2006/relationships" id="267" r:id="R65b4663febc24878"/>
    <p:sldId xmlns:r="http://schemas.openxmlformats.org/officeDocument/2006/relationships" id="268" r:id="Rffa8201af5114565"/>
    <p:sldId xmlns:r="http://schemas.openxmlformats.org/officeDocument/2006/relationships" id="269" r:id="Rb7bb32000ca64eea"/>
    <p:sldId xmlns:r="http://schemas.openxmlformats.org/officeDocument/2006/relationships" id="270" r:id="Re99e6d39252945b7"/>
    <p:sldId xmlns:r="http://schemas.openxmlformats.org/officeDocument/2006/relationships" id="271" r:id="Rfa64f927d4a24b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0ce111ddd54af6" /><Relationship Type="http://schemas.openxmlformats.org/officeDocument/2006/relationships/slideMaster" Target="/ppt/slideMasters/slideMaster1.xml" Id="Rd9ba0d2ee07e4a07" /><Relationship Type="http://schemas.openxmlformats.org/officeDocument/2006/relationships/notesMaster" Target="/ppt/notesMasters/notesMaster1.xml" Id="R822a3ff542864ce4" /><Relationship Type="http://schemas.openxmlformats.org/officeDocument/2006/relationships/presProps" Target="/ppt/presProps.xml" Id="R51aa0b35de104b6b" /><Relationship Type="http://schemas.openxmlformats.org/officeDocument/2006/relationships/tableStyles" Target="/ppt/tableStyles.xml" Id="Rf97d6362081f4e74" /><Relationship Type="http://schemas.openxmlformats.org/officeDocument/2006/relationships/slide" Target="/ppt/slides/slide1.xml" Id="R53778cd4cc134ec7" /><Relationship Type="http://schemas.openxmlformats.org/officeDocument/2006/relationships/slide" Target="/ppt/slides/slide2.xml" Id="Ra0dd70eb4ce6409d" /><Relationship Type="http://schemas.openxmlformats.org/officeDocument/2006/relationships/slide" Target="/ppt/slides/slide3.xml" Id="R9cfe8b41c4b34391" /><Relationship Type="http://schemas.openxmlformats.org/officeDocument/2006/relationships/slide" Target="/ppt/slides/slide4.xml" Id="Rb7d26bda5cab4d6b" /><Relationship Type="http://schemas.openxmlformats.org/officeDocument/2006/relationships/slide" Target="/ppt/slides/slide5.xml" Id="Ra6ca22994a2e489a" /><Relationship Type="http://schemas.openxmlformats.org/officeDocument/2006/relationships/slide" Target="/ppt/slides/slide6.xml" Id="Ref8b800a316846d1" /><Relationship Type="http://schemas.openxmlformats.org/officeDocument/2006/relationships/slide" Target="/ppt/slides/slide7.xml" Id="Rb178b163e5654c5a" /><Relationship Type="http://schemas.openxmlformats.org/officeDocument/2006/relationships/slide" Target="/ppt/slides/slide8.xml" Id="R8d2f27a789814d31" /><Relationship Type="http://schemas.openxmlformats.org/officeDocument/2006/relationships/slide" Target="/ppt/slides/slide9.xml" Id="R6c4c345a0c794fd6" /><Relationship Type="http://schemas.openxmlformats.org/officeDocument/2006/relationships/slide" Target="/ppt/slides/slide10.xml" Id="R200d86f2316b4b44" /><Relationship Type="http://schemas.openxmlformats.org/officeDocument/2006/relationships/slide" Target="/ppt/slides/slide11.xml" Id="R3aab2933942e41d0" /><Relationship Type="http://schemas.openxmlformats.org/officeDocument/2006/relationships/slide" Target="/ppt/slides/slide12.xml" Id="R65b4663febc24878" /><Relationship Type="http://schemas.openxmlformats.org/officeDocument/2006/relationships/slide" Target="/ppt/slides/slide13.xml" Id="Rffa8201af5114565" /><Relationship Type="http://schemas.openxmlformats.org/officeDocument/2006/relationships/slide" Target="/ppt/slides/slide14.xml" Id="Rb7bb32000ca64eea" /><Relationship Type="http://schemas.openxmlformats.org/officeDocument/2006/relationships/slide" Target="/ppt/slides/slide15.xml" Id="Re99e6d39252945b7" /><Relationship Type="http://schemas.openxmlformats.org/officeDocument/2006/relationships/slide" Target="/ppt/slides/slide16.xml" Id="Rfa64f927d4a24b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52792395140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69bf0c0ea64973" /><Relationship Type="http://schemas.openxmlformats.org/officeDocument/2006/relationships/notesMaster" Target="/ppt/notesMasters/notesMaster1.xml" Id="R92f6404087f14f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940a034844fb9" /><Relationship Type="http://schemas.openxmlformats.org/officeDocument/2006/relationships/notesMaster" Target="/ppt/notesMasters/notesMaster1.xml" Id="Rbb5e144f77bb4a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2e74a52a0e47d7" /><Relationship Type="http://schemas.openxmlformats.org/officeDocument/2006/relationships/notesMaster" Target="/ppt/notesMasters/notesMaster1.xml" Id="R34e0a93268e048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763015bee4560" /><Relationship Type="http://schemas.openxmlformats.org/officeDocument/2006/relationships/notesMaster" Target="/ppt/notesMasters/notesMaster1.xml" Id="R10cc2abf1cd145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04f8fd24d74a55" /><Relationship Type="http://schemas.openxmlformats.org/officeDocument/2006/relationships/notesMaster" Target="/ppt/notesMasters/notesMaster1.xml" Id="R07a23eaf6c6f4e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ae2e4ff4644410" /><Relationship Type="http://schemas.openxmlformats.org/officeDocument/2006/relationships/notesMaster" Target="/ppt/notesMasters/notesMaster1.xml" Id="R62b9e3dd4d8646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3bc9ac0e314937" /><Relationship Type="http://schemas.openxmlformats.org/officeDocument/2006/relationships/notesMaster" Target="/ppt/notesMasters/notesMaster1.xml" Id="Rb76227c8d25d43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f82c01404a4888" /><Relationship Type="http://schemas.openxmlformats.org/officeDocument/2006/relationships/notesMaster" Target="/ppt/notesMasters/notesMaster1.xml" Id="Re47b46256d8241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306f62bee543eb" /><Relationship Type="http://schemas.openxmlformats.org/officeDocument/2006/relationships/notesMaster" Target="/ppt/notesMasters/notesMaster1.xml" Id="Rd2aee5ed2ddd43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e448885d134877" /><Relationship Type="http://schemas.openxmlformats.org/officeDocument/2006/relationships/notesMaster" Target="/ppt/notesMasters/notesMaster1.xml" Id="Rdb2014ecaf0a4a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4f7cd70cd24ba2" /><Relationship Type="http://schemas.openxmlformats.org/officeDocument/2006/relationships/notesMaster" Target="/ppt/notesMasters/notesMaster1.xml" Id="R0664521b5eaf4b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f7d310428e41d8" /><Relationship Type="http://schemas.openxmlformats.org/officeDocument/2006/relationships/notesMaster" Target="/ppt/notesMasters/notesMaster1.xml" Id="R0302ce5065564a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695d50c44345e9" /><Relationship Type="http://schemas.openxmlformats.org/officeDocument/2006/relationships/notesMaster" Target="/ppt/notesMasters/notesMaster1.xml" Id="Rf2f9f043f8d04d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5dc302daa24959" /><Relationship Type="http://schemas.openxmlformats.org/officeDocument/2006/relationships/notesMaster" Target="/ppt/notesMasters/notesMaster1.xml" Id="R38fb0822e89a4b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5dec8adb0b4b45" /><Relationship Type="http://schemas.openxmlformats.org/officeDocument/2006/relationships/notesMaster" Target="/ppt/notesMasters/notesMaster1.xml" Id="Rc61889c4bd0340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6f7eea6a6e421d" /><Relationship Type="http://schemas.openxmlformats.org/officeDocument/2006/relationships/notesMaster" Target="/ppt/notesMasters/notesMaster1.xml" Id="Rb7b4acb9b8fc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기준: 2026-10-28 현재 구현. app/frontend/index.html, docs/기능.md. 상세판 초안.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app/README.md, docs/로그인_권한_감사.md, app/frontend/index.html 737–753행.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docs/로그인_권한_감사.md, app/frontend/index.html 829–834, 1485–1486행.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842–906행, docs/기능.md.</a:t>
            </a:r>
          </a:p>
          <a:p xmlns:a="http://schemas.openxmlformats.org/drawingml/2006/main">
            <a:r>
              <a:t>제품 구현 화면: outputs/메인_2D_제품구현.png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842–856행, docs/기능.md.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1022–1027행, docs/기능.md.</a:t>
            </a:r>
          </a:p>
          <a:p xmlns:a="http://schemas.openxmlformats.org/drawingml/2006/main">
            <a:r>
              <a:t>제품 구현 화면: outputs/계획실적비교_제품적용.png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1022–1027행, docs/기능.md.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docs/기능.md, docs/2D배치_좌표편집_과거재생_구현.md.</a:t>
            </a:r>
          </a:p>
          <a:p xmlns:a="http://schemas.openxmlformats.org/drawingml/2006/main">
            <a:r>
              <a:t>제품 구현 화면: outputs/과거재생_제품구현.png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docs/CSV_폴더업로드_및_중복검증.md, app/frontend/index.html 1300–1313행.</a:t>
            </a:r>
          </a:p>
          <a:p xmlns:a="http://schemas.openxmlformats.org/drawingml/2006/main">
            <a:r>
              <a:t>제품 구현 화면: outputs/CSV_파일폴더_업로드.png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docs/CSV_폴더업로드_및_중복검증.md, app/frontend/index.html 1316–1325, 1376행.</a:t>
            </a:r>
          </a:p>
          <a:p xmlns:a="http://schemas.openxmlformats.org/drawingml/2006/main">
            <a:r>
              <a:t>제품 구현 화면: outputs/CSV_폴더업로드_검증.png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docs/CSV_폴더업로드_및_중복검증.md, app/frontend/index.html 1327–1355, 1370–1376행.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1423–1458행. 화면 캡처가 저장소에 없어 코드에서 확인한 구성이다.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app/frontend/index.html 1444–1462행, app/backend/Program.cs 423행.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docs/로그인_권한_감사.md, app/frontend/index.html 1485행.</a:t>
            </a:r>
          </a:p>
          <a:p xmlns:a="http://schemas.openxmlformats.org/drawingml/2006/main">
            <a:r>
              <a:t>제품 구현 화면: outputs/입력폼_간격_개선_2026-10-27.png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docs/2D배치_좌표편집_과거재생_구현.md. 관리자 권한 필요.</a:t>
            </a:r>
          </a:p>
          <a:p xmlns:a="http://schemas.openxmlformats.org/drawingml/2006/main">
            <a:r>
              <a:t>제품 구현 화면: outputs/좌표편집_제품구현.png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docs/기능.md, docs/CSV_폴더업로드_및_중복검증.md, docs/로그인_권한_감사.md.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3dfefd7534c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99c72fcbb4d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a909804c24d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4135c83bb4d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732409dec4a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e4a00538c43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F3AD58-04AA-49E8-9AFD-CDA314306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446172-233C-4FD4-8392-7E5654CDB2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B7DAD2-881B-4506-9953-BBCB2B124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CAD4DA-4556-4AEC-87B4-5A213601AF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02F7630-5FD9-478C-8FEA-EEE99A423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DA6EEA-6921-4F7F-B5C0-DF51453E57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92BA59-E1B4-4456-A4CD-67E0FAED19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36B91F-5BD6-4238-8318-3BBA1CD98F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EA480D-1D53-46A4-8617-7965986855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8010F3-2012-4B3C-B83D-C59F613132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40b7f8ab72405e" /><Relationship Type="http://schemas.openxmlformats.org/officeDocument/2006/relationships/slideLayout" Target="/ppt/slideLayouts/slideLayout1.xml" Id="R2af61ddff37b4047" /><Relationship Type="http://schemas.openxmlformats.org/officeDocument/2006/relationships/slideLayout" Target="/ppt/slideLayouts/slideLayout2.xml" Id="R81e55d62b5ae41af" /><Relationship Type="http://schemas.openxmlformats.org/officeDocument/2006/relationships/slideLayout" Target="/ppt/slideLayouts/slideLayout3.xml" Id="Rb0e075d517464e04" /><Relationship Type="http://schemas.openxmlformats.org/officeDocument/2006/relationships/slideLayout" Target="/ppt/slideLayouts/slideLayout4.xml" Id="R25de3d4a88d9450c" /><Relationship Type="http://schemas.openxmlformats.org/officeDocument/2006/relationships/slideLayout" Target="/ppt/slideLayouts/slideLayout5.xml" Id="R75defe6b8f244db5" /><Relationship Type="http://schemas.openxmlformats.org/officeDocument/2006/relationships/slideLayout" Target="/ppt/slideLayouts/slideLayout6.xml" Id="R5c36b904624042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61ddff37b4047"/>
    <p:sldLayoutId xmlns:r="http://schemas.openxmlformats.org/officeDocument/2006/relationships" id="2147483650" r:id="R81e55d62b5ae41af"/>
    <p:sldLayoutId xmlns:r="http://schemas.openxmlformats.org/officeDocument/2006/relationships" id="2147483651" r:id="Rb0e075d517464e04"/>
    <p:sldLayoutId xmlns:r="http://schemas.openxmlformats.org/officeDocument/2006/relationships" id="2147483652" r:id="R25de3d4a88d9450c"/>
    <p:sldLayoutId xmlns:r="http://schemas.openxmlformats.org/officeDocument/2006/relationships" id="2147483653" r:id="R75defe6b8f244db5"/>
    <p:sldLayoutId xmlns:r="http://schemas.openxmlformats.org/officeDocument/2006/relationships" id="2147483654" r:id="R5c36b904624042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b1f35d26e4e40" /><Relationship Type="http://schemas.openxmlformats.org/officeDocument/2006/relationships/notesSlide" Target="/ppt/notesSlides/notesSlide1.xml" Id="R9ff34c303f10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e137a028124106" /><Relationship Type="http://schemas.openxmlformats.org/officeDocument/2006/relationships/notesSlide" Target="/ppt/notesSlides/notesSlide2.xml" Id="Ra79df2a80d6348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0a07ab1c24146" /><Relationship Type="http://schemas.openxmlformats.org/officeDocument/2006/relationships/notesSlide" Target="/ppt/notesSlides/notesSlide3.xml" Id="R8953537288b74f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d59e7830e4f6e" /><Relationship Type="http://schemas.openxmlformats.org/officeDocument/2006/relationships/image" Target="/ppt/media/image.jpeg" Id="R3368e96602204339" /><Relationship Type="http://schemas.openxmlformats.org/officeDocument/2006/relationships/notesSlide" Target="/ppt/notesSlides/notesSlide4.xml" Id="R0b9c85376d86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c69e899d541e8" /><Relationship Type="http://schemas.openxmlformats.org/officeDocument/2006/relationships/notesSlide" Target="/ppt/notesSlides/notesSlide5.xml" Id="R5c533c6bc15e43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d0ed4d9a0f4f60" /><Relationship Type="http://schemas.openxmlformats.org/officeDocument/2006/relationships/image" Target="/ppt/media/image2.jpeg" Id="Raad41a0261944830" /><Relationship Type="http://schemas.openxmlformats.org/officeDocument/2006/relationships/notesSlide" Target="/ppt/notesSlides/notesSlide6.xml" Id="Recbbd0a316a94f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aeea860dd040ea" /><Relationship Type="http://schemas.openxmlformats.org/officeDocument/2006/relationships/notesSlide" Target="/ppt/notesSlides/notesSlide7.xml" Id="Rdb6dfe63b37347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0a225503544e0" /><Relationship Type="http://schemas.openxmlformats.org/officeDocument/2006/relationships/image" Target="/ppt/media/image3.jpeg" Id="Rf58d0fbbc11f46c8" /><Relationship Type="http://schemas.openxmlformats.org/officeDocument/2006/relationships/notesSlide" Target="/ppt/notesSlides/notesSlide8.xml" Id="Rbee7b39a71764f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b232d17884c54" /><Relationship Type="http://schemas.openxmlformats.org/officeDocument/2006/relationships/image" Target="/ppt/media/image4.jpeg" Id="Rfb03e24d30084910" /><Relationship Type="http://schemas.openxmlformats.org/officeDocument/2006/relationships/notesSlide" Target="/ppt/notesSlides/notesSlide9.xml" Id="R4ebffb5497a64d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36cf1f65c46e4" /><Relationship Type="http://schemas.openxmlformats.org/officeDocument/2006/relationships/image" Target="/ppt/media/image5.jpeg" Id="R06381813e27244cf" /><Relationship Type="http://schemas.openxmlformats.org/officeDocument/2006/relationships/notesSlide" Target="/ppt/notesSlides/notesSlide10.xml" Id="Rda473bef8bdf44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799f97e6774e70" /><Relationship Type="http://schemas.openxmlformats.org/officeDocument/2006/relationships/notesSlide" Target="/ppt/notesSlides/notesSlide11.xml" Id="R60365b39014348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eac5c1571c4a0c" /><Relationship Type="http://schemas.openxmlformats.org/officeDocument/2006/relationships/notesSlide" Target="/ppt/notesSlides/notesSlide12.xml" Id="R91785aa982894a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db5e6817d4b3d" /><Relationship Type="http://schemas.openxmlformats.org/officeDocument/2006/relationships/notesSlide" Target="/ppt/notesSlides/notesSlide13.xml" Id="Rfedff3c5d09e4ab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a5269e4f947a9" /><Relationship Type="http://schemas.openxmlformats.org/officeDocument/2006/relationships/image" Target="/ppt/media/image6.jpeg" Id="Rd4202f91db024211" /><Relationship Type="http://schemas.openxmlformats.org/officeDocument/2006/relationships/notesSlide" Target="/ppt/notesSlides/notesSlide14.xml" Id="R729e4959ad7948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0a74a59bf4236" /><Relationship Type="http://schemas.openxmlformats.org/officeDocument/2006/relationships/image" Target="/ppt/media/image7.jpeg" Id="R2c18dd9d1d0d4b35" /><Relationship Type="http://schemas.openxmlformats.org/officeDocument/2006/relationships/notesSlide" Target="/ppt/notesSlides/notesSlide15.xml" Id="Raab4c720d5eb44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d7061473394e37" /><Relationship Type="http://schemas.openxmlformats.org/officeDocument/2006/relationships/notesSlide" Target="/ppt/notesSlides/notesSlide16.xml" Id="R478e7477584f4a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EB30F-6D8C-488D-B082-D27CBE66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조선 AX 프로그램 사용자 매뉴얼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F5EB4-2EA1-4086-9FD4-1195CA52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0F559-2DBC-4D30-A07D-6CA04483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75" b="1">
                <a:solidFill>
                  <a:srgbClr val="1C65AE"/>
                </a:solidFill>
              </a:defRPr>
            </a:defPPr>
            <a:lvl1pPr>
              <a:defRPr sz="2475" b="1">
                <a:solidFill>
                  <a:srgbClr val="1C65AE"/>
                </a:solidFill>
              </a:defRPr>
            </a:lvl1pPr>
            <a:lvl2pPr>
              <a:defRPr sz="2475" b="1">
                <a:solidFill>
                  <a:srgbClr val="1C65AE"/>
                </a:solidFill>
              </a:defRPr>
            </a:lvl2pPr>
            <a:lvl3pPr>
              <a:defRPr sz="2475" b="1">
                <a:solidFill>
                  <a:srgbClr val="1C65AE"/>
                </a:solidFill>
              </a:defRPr>
            </a:lvl3pPr>
            <a:lvl4pPr>
              <a:defRPr sz="2475" b="1">
                <a:solidFill>
                  <a:srgbClr val="1C65AE"/>
                </a:solidFill>
              </a:defRPr>
            </a:lvl4pPr>
            <a:lvl5pPr>
              <a:defRPr sz="2475" b="1">
                <a:solidFill>
                  <a:srgbClr val="1C65AE"/>
                </a:solidFill>
              </a:defRPr>
            </a:lvl5pPr>
            <a:lvl6pPr>
              <a:defRPr sz="2475" b="1">
                <a:solidFill>
                  <a:srgbClr val="1C65AE"/>
                </a:solidFill>
              </a:defRPr>
            </a:lvl6pPr>
            <a:lvl7pPr>
              <a:defRPr sz="2475" b="1">
                <a:solidFill>
                  <a:srgbClr val="1C65AE"/>
                </a:solidFill>
              </a:defRPr>
            </a:lvl7pPr>
            <a:lvl8pPr>
              <a:defRPr sz="2475" b="1">
                <a:solidFill>
                  <a:srgbClr val="1C65AE"/>
                </a:solidFill>
              </a:defRPr>
            </a:lvl8pPr>
            <a:lvl9pPr>
              <a:defRPr sz="247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C65AE"/>
                </a:solidFill>
              </a:defRPr>
            </a:pPr>
            <a:r>
              <a:rPr sz="2475" b="1">
                <a:solidFill>
                  <a:srgbClr val="1C65AE"/>
                </a:solidFill>
              </a:rPr>
              <a:t>화면을 따라 수행하는 기본 업무 절차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B85B1-3A50-4A45-A420-1096882A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62840"/>
                </a:solidFill>
              </a:defRPr>
            </a:defPPr>
            <a:lvl1pPr>
              <a:defRPr sz="2175" b="0">
                <a:solidFill>
                  <a:srgbClr val="162840"/>
                </a:solidFill>
              </a:defRPr>
            </a:lvl1pPr>
            <a:lvl2pPr>
              <a:defRPr sz="2175" b="0">
                <a:solidFill>
                  <a:srgbClr val="162840"/>
                </a:solidFill>
              </a:defRPr>
            </a:lvl2pPr>
            <a:lvl3pPr>
              <a:defRPr sz="2175" b="0">
                <a:solidFill>
                  <a:srgbClr val="162840"/>
                </a:solidFill>
              </a:defRPr>
            </a:lvl3pPr>
            <a:lvl4pPr>
              <a:defRPr sz="2175" b="0">
                <a:solidFill>
                  <a:srgbClr val="162840"/>
                </a:solidFill>
              </a:defRPr>
            </a:lvl4pPr>
            <a:lvl5pPr>
              <a:defRPr sz="2175" b="0">
                <a:solidFill>
                  <a:srgbClr val="162840"/>
                </a:solidFill>
              </a:defRPr>
            </a:lvl5pPr>
            <a:lvl6pPr>
              <a:defRPr sz="2175" b="0">
                <a:solidFill>
                  <a:srgbClr val="162840"/>
                </a:solidFill>
              </a:defRPr>
            </a:lvl6pPr>
            <a:lvl7pPr>
              <a:defRPr sz="2175" b="0">
                <a:solidFill>
                  <a:srgbClr val="162840"/>
                </a:solidFill>
              </a:defRPr>
            </a:lvl7pPr>
            <a:lvl8pPr>
              <a:defRPr sz="2175" b="0">
                <a:solidFill>
                  <a:srgbClr val="162840"/>
                </a:solidFill>
              </a:defRPr>
            </a:lvl8pPr>
            <a:lvl9pPr>
              <a:defRPr sz="21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840"/>
                </a:solidFill>
              </a:defRPr>
            </a:pPr>
            <a:r>
              <a:rPr sz="2175" b="0">
                <a:solidFill>
                  <a:srgbClr val="162840"/>
                </a:solidFill>
              </a:rPr>
              <a:t>로그인 → 운영현황 → 조회·상세 → 운영요약 → 데이터 입력·관리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A07ED-CCB7-40F3-B538-3587E2B6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4677D"/>
                </a:solidFill>
              </a:defRPr>
            </a:defPPr>
            <a:lvl1pPr>
              <a:defRPr sz="1725" b="0">
                <a:solidFill>
                  <a:srgbClr val="54677D"/>
                </a:solidFill>
              </a:defRPr>
            </a:lvl1pPr>
            <a:lvl2pPr>
              <a:defRPr sz="1725" b="0">
                <a:solidFill>
                  <a:srgbClr val="54677D"/>
                </a:solidFill>
              </a:defRPr>
            </a:lvl2pPr>
            <a:lvl3pPr>
              <a:defRPr sz="1725" b="0">
                <a:solidFill>
                  <a:srgbClr val="54677D"/>
                </a:solidFill>
              </a:defRPr>
            </a:lvl3pPr>
            <a:lvl4pPr>
              <a:defRPr sz="1725" b="0">
                <a:solidFill>
                  <a:srgbClr val="54677D"/>
                </a:solidFill>
              </a:defRPr>
            </a:lvl4pPr>
            <a:lvl5pPr>
              <a:defRPr sz="1725" b="0">
                <a:solidFill>
                  <a:srgbClr val="54677D"/>
                </a:solidFill>
              </a:defRPr>
            </a:lvl5pPr>
            <a:lvl6pPr>
              <a:defRPr sz="1725" b="0">
                <a:solidFill>
                  <a:srgbClr val="54677D"/>
                </a:solidFill>
              </a:defRPr>
            </a:lvl6pPr>
            <a:lvl7pPr>
              <a:defRPr sz="1725" b="0">
                <a:solidFill>
                  <a:srgbClr val="54677D"/>
                </a:solidFill>
              </a:defRPr>
            </a:lvl7pPr>
            <a:lvl8pPr>
              <a:defRPr sz="1725" b="0">
                <a:solidFill>
                  <a:srgbClr val="54677D"/>
                </a:solidFill>
              </a:defRPr>
            </a:lvl8pPr>
            <a:lvl9pPr>
              <a:defRPr sz="172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4677D"/>
                </a:solidFill>
              </a:defRPr>
            </a:pPr>
            <a:r>
              <a:rPr sz="1725" b="0">
                <a:solidFill>
                  <a:srgbClr val="54677D"/>
                </a:solidFill>
              </a:rPr>
              <a:t>실제 제품 화면 캡처와 현재 코드의 동작을 기준으로 작성</a:t>
            </a:r>
          </a:p>
        </p:txBody>
      </p:sp>
    </p:spTree>
    <p:extLst>
      <p:ext uri="{BB962C8B-B14F-4D97-AF65-F5344CB8AC3E}">
        <p14:creationId xmlns:p14="http://schemas.microsoft.com/office/powerpoint/2010/main" val="909743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03722-2996-4162-B93B-B5D8B97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사용 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335C8-1CFF-45CE-A259-E487468F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D2B52-2DBE-4A1D-B10C-5717F2A5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62840"/>
                </a:solidFill>
              </a:defRPr>
            </a:defPPr>
            <a:lvl1pPr>
              <a:defRPr sz="1950" b="0">
                <a:solidFill>
                  <a:srgbClr val="162840"/>
                </a:solidFill>
              </a:defRPr>
            </a:lvl1pPr>
            <a:lvl2pPr>
              <a:defRPr sz="1950" b="0">
                <a:solidFill>
                  <a:srgbClr val="162840"/>
                </a:solidFill>
              </a:defRPr>
            </a:lvl2pPr>
            <a:lvl3pPr>
              <a:defRPr sz="1950" b="0">
                <a:solidFill>
                  <a:srgbClr val="162840"/>
                </a:solidFill>
              </a:defRPr>
            </a:lvl3pPr>
            <a:lvl4pPr>
              <a:defRPr sz="1950" b="0">
                <a:solidFill>
                  <a:srgbClr val="162840"/>
                </a:solidFill>
              </a:defRPr>
            </a:lvl4pPr>
            <a:lvl5pPr>
              <a:defRPr sz="1950" b="0">
                <a:solidFill>
                  <a:srgbClr val="162840"/>
                </a:solidFill>
              </a:defRPr>
            </a:lvl5pPr>
            <a:lvl6pPr>
              <a:defRPr sz="1950" b="0">
                <a:solidFill>
                  <a:srgbClr val="162840"/>
                </a:solidFill>
              </a:defRPr>
            </a:lvl6pPr>
            <a:lvl7pPr>
              <a:defRPr sz="1950" b="0">
                <a:solidFill>
                  <a:srgbClr val="162840"/>
                </a:solidFill>
              </a:defRPr>
            </a:lvl7pPr>
            <a:lvl8pPr>
              <a:defRPr sz="1950" b="0">
                <a:solidFill>
                  <a:srgbClr val="162840"/>
                </a:solidFill>
              </a:defRPr>
            </a:lvl8pPr>
            <a:lvl9pPr>
              <a:defRPr sz="19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840"/>
                </a:solidFill>
              </a:defRPr>
            </a:pPr>
            <a:r>
              <a:rPr sz="1950" b="0">
                <a:solidFill>
                  <a:srgbClr val="162840"/>
                </a:solidFill>
              </a:rPr>
              <a:t>1. 백엔드와 웹 화면이 실행 중인지 확인하고 로그인합니다.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49EE7-E3E2-4E93-853A-F1328356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62840"/>
                </a:solidFill>
              </a:defRPr>
            </a:defPPr>
            <a:lvl1pPr>
              <a:defRPr sz="1950" b="0">
                <a:solidFill>
                  <a:srgbClr val="162840"/>
                </a:solidFill>
              </a:defRPr>
            </a:lvl1pPr>
            <a:lvl2pPr>
              <a:defRPr sz="1950" b="0">
                <a:solidFill>
                  <a:srgbClr val="162840"/>
                </a:solidFill>
              </a:defRPr>
            </a:lvl2pPr>
            <a:lvl3pPr>
              <a:defRPr sz="1950" b="0">
                <a:solidFill>
                  <a:srgbClr val="162840"/>
                </a:solidFill>
              </a:defRPr>
            </a:lvl3pPr>
            <a:lvl4pPr>
              <a:defRPr sz="1950" b="0">
                <a:solidFill>
                  <a:srgbClr val="162840"/>
                </a:solidFill>
              </a:defRPr>
            </a:lvl4pPr>
            <a:lvl5pPr>
              <a:defRPr sz="1950" b="0">
                <a:solidFill>
                  <a:srgbClr val="162840"/>
                </a:solidFill>
              </a:defRPr>
            </a:lvl5pPr>
            <a:lvl6pPr>
              <a:defRPr sz="1950" b="0">
                <a:solidFill>
                  <a:srgbClr val="162840"/>
                </a:solidFill>
              </a:defRPr>
            </a:lvl6pPr>
            <a:lvl7pPr>
              <a:defRPr sz="1950" b="0">
                <a:solidFill>
                  <a:srgbClr val="162840"/>
                </a:solidFill>
              </a:defRPr>
            </a:lvl7pPr>
            <a:lvl8pPr>
              <a:defRPr sz="1950" b="0">
                <a:solidFill>
                  <a:srgbClr val="162840"/>
                </a:solidFill>
              </a:defRPr>
            </a:lvl8pPr>
            <a:lvl9pPr>
              <a:defRPr sz="19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840"/>
                </a:solidFill>
              </a:defRPr>
            </a:pPr>
            <a:r>
              <a:rPr sz="1950" b="0">
                <a:solidFill>
                  <a:srgbClr val="162840"/>
                </a:solidFill>
              </a:rPr>
              <a:t>2. 화면 상단의 계정 이름과 역할을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7E98-F429-413D-A99C-A8004353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3852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62840"/>
                </a:solidFill>
              </a:defRPr>
            </a:defPPr>
            <a:lvl1pPr>
              <a:defRPr sz="1950" b="0">
                <a:solidFill>
                  <a:srgbClr val="162840"/>
                </a:solidFill>
              </a:defRPr>
            </a:lvl1pPr>
            <a:lvl2pPr>
              <a:defRPr sz="1950" b="0">
                <a:solidFill>
                  <a:srgbClr val="162840"/>
                </a:solidFill>
              </a:defRPr>
            </a:lvl2pPr>
            <a:lvl3pPr>
              <a:defRPr sz="1950" b="0">
                <a:solidFill>
                  <a:srgbClr val="162840"/>
                </a:solidFill>
              </a:defRPr>
            </a:lvl3pPr>
            <a:lvl4pPr>
              <a:defRPr sz="1950" b="0">
                <a:solidFill>
                  <a:srgbClr val="162840"/>
                </a:solidFill>
              </a:defRPr>
            </a:lvl4pPr>
            <a:lvl5pPr>
              <a:defRPr sz="1950" b="0">
                <a:solidFill>
                  <a:srgbClr val="162840"/>
                </a:solidFill>
              </a:defRPr>
            </a:lvl5pPr>
            <a:lvl6pPr>
              <a:defRPr sz="1950" b="0">
                <a:solidFill>
                  <a:srgbClr val="162840"/>
                </a:solidFill>
              </a:defRPr>
            </a:lvl6pPr>
            <a:lvl7pPr>
              <a:defRPr sz="1950" b="0">
                <a:solidFill>
                  <a:srgbClr val="162840"/>
                </a:solidFill>
              </a:defRPr>
            </a:lvl7pPr>
            <a:lvl8pPr>
              <a:defRPr sz="1950" b="0">
                <a:solidFill>
                  <a:srgbClr val="162840"/>
                </a:solidFill>
              </a:defRPr>
            </a:lvl8pPr>
            <a:lvl9pPr>
              <a:defRPr sz="19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840"/>
                </a:solidFill>
              </a:defRPr>
            </a:pPr>
            <a:r>
              <a:rPr sz="1950" b="0">
                <a:solidFill>
                  <a:srgbClr val="162840"/>
                </a:solidFill>
              </a:rPr>
              <a:t>3. 데이터가 비어 있으면 데이터 업로드 후 새로고침합니다.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EA333-538B-40FB-B130-3803D48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62840"/>
                </a:solidFill>
              </a:defRPr>
            </a:defPPr>
            <a:lvl1pPr>
              <a:defRPr sz="1950" b="0">
                <a:solidFill>
                  <a:srgbClr val="162840"/>
                </a:solidFill>
              </a:defRPr>
            </a:lvl1pPr>
            <a:lvl2pPr>
              <a:defRPr sz="1950" b="0">
                <a:solidFill>
                  <a:srgbClr val="162840"/>
                </a:solidFill>
              </a:defRPr>
            </a:lvl2pPr>
            <a:lvl3pPr>
              <a:defRPr sz="1950" b="0">
                <a:solidFill>
                  <a:srgbClr val="162840"/>
                </a:solidFill>
              </a:defRPr>
            </a:lvl3pPr>
            <a:lvl4pPr>
              <a:defRPr sz="1950" b="0">
                <a:solidFill>
                  <a:srgbClr val="162840"/>
                </a:solidFill>
              </a:defRPr>
            </a:lvl4pPr>
            <a:lvl5pPr>
              <a:defRPr sz="1950" b="0">
                <a:solidFill>
                  <a:srgbClr val="162840"/>
                </a:solidFill>
              </a:defRPr>
            </a:lvl5pPr>
            <a:lvl6pPr>
              <a:defRPr sz="1950" b="0">
                <a:solidFill>
                  <a:srgbClr val="162840"/>
                </a:solidFill>
              </a:defRPr>
            </a:lvl6pPr>
            <a:lvl7pPr>
              <a:defRPr sz="1950" b="0">
                <a:solidFill>
                  <a:srgbClr val="162840"/>
                </a:solidFill>
              </a:defRPr>
            </a:lvl7pPr>
            <a:lvl8pPr>
              <a:defRPr sz="1950" b="0">
                <a:solidFill>
                  <a:srgbClr val="162840"/>
                </a:solidFill>
              </a:defRPr>
            </a:lvl8pPr>
            <a:lvl9pPr>
              <a:defRPr sz="19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840"/>
                </a:solidFill>
              </a:defRPr>
            </a:pPr>
            <a:r>
              <a:rPr sz="1950" b="0">
                <a:solidFill>
                  <a:srgbClr val="162840"/>
                </a:solidFill>
              </a:rPr>
              <a:t>4. 화면의 기준시각은 실제 현재가 아니라 적재된 최신 관측값입니다.</a:t>
            </a:r>
          </a:p>
        </p:txBody>
      </p:sp>
    </p:spTree>
    <p:extLst>
      <p:ext uri="{BB962C8B-B14F-4D97-AF65-F5344CB8AC3E}">
        <p14:creationId xmlns:p14="http://schemas.microsoft.com/office/powerpoint/2010/main" val="868427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3CBAA-3580-4F5F-B16F-F7825FAA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역할과 메뉴 접근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AD5D7-2B6A-4939-9024-02768B19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8A68A-1D4E-4A13-BCA9-9813B473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조회자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999C6-BBB6-497D-8DF5-68B75BE7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62840"/>
                </a:solidFill>
              </a:defRPr>
            </a:defPPr>
            <a:lvl1pPr>
              <a:defRPr sz="2025" b="0">
                <a:solidFill>
                  <a:srgbClr val="162840"/>
                </a:solidFill>
              </a:defRPr>
            </a:lvl1pPr>
            <a:lvl2pPr>
              <a:defRPr sz="2025" b="0">
                <a:solidFill>
                  <a:srgbClr val="162840"/>
                </a:solidFill>
              </a:defRPr>
            </a:lvl2pPr>
            <a:lvl3pPr>
              <a:defRPr sz="2025" b="0">
                <a:solidFill>
                  <a:srgbClr val="162840"/>
                </a:solidFill>
              </a:defRPr>
            </a:lvl3pPr>
            <a:lvl4pPr>
              <a:defRPr sz="2025" b="0">
                <a:solidFill>
                  <a:srgbClr val="162840"/>
                </a:solidFill>
              </a:defRPr>
            </a:lvl4pPr>
            <a:lvl5pPr>
              <a:defRPr sz="2025" b="0">
                <a:solidFill>
                  <a:srgbClr val="162840"/>
                </a:solidFill>
              </a:defRPr>
            </a:lvl5pPr>
            <a:lvl6pPr>
              <a:defRPr sz="2025" b="0">
                <a:solidFill>
                  <a:srgbClr val="162840"/>
                </a:solidFill>
              </a:defRPr>
            </a:lvl6pPr>
            <a:lvl7pPr>
              <a:defRPr sz="2025" b="0">
                <a:solidFill>
                  <a:srgbClr val="162840"/>
                </a:solidFill>
              </a:defRPr>
            </a:lvl7pPr>
            <a:lvl8pPr>
              <a:defRPr sz="2025" b="0">
                <a:solidFill>
                  <a:srgbClr val="162840"/>
                </a:solidFill>
              </a:defRPr>
            </a:lvl8pPr>
            <a:lvl9pPr>
              <a:defRPr sz="20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840"/>
                </a:solidFill>
              </a:defRPr>
            </a:pPr>
            <a:r>
              <a:rPr sz="2025" b="0">
                <a:solidFill>
                  <a:srgbClr val="162840"/>
                </a:solidFill>
              </a:rPr>
              <a:t>운영현황·조회 중심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FE95E-C74E-470D-8681-6046B63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작업담당자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41A19-924D-49B2-80B5-971CBC91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19375"/>
            <a:ext cx="771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62840"/>
                </a:solidFill>
              </a:defRPr>
            </a:defPPr>
            <a:lvl1pPr>
              <a:defRPr sz="2025" b="0">
                <a:solidFill>
                  <a:srgbClr val="162840"/>
                </a:solidFill>
              </a:defRPr>
            </a:lvl1pPr>
            <a:lvl2pPr>
              <a:defRPr sz="2025" b="0">
                <a:solidFill>
                  <a:srgbClr val="162840"/>
                </a:solidFill>
              </a:defRPr>
            </a:lvl2pPr>
            <a:lvl3pPr>
              <a:defRPr sz="2025" b="0">
                <a:solidFill>
                  <a:srgbClr val="162840"/>
                </a:solidFill>
              </a:defRPr>
            </a:lvl3pPr>
            <a:lvl4pPr>
              <a:defRPr sz="2025" b="0">
                <a:solidFill>
                  <a:srgbClr val="162840"/>
                </a:solidFill>
              </a:defRPr>
            </a:lvl4pPr>
            <a:lvl5pPr>
              <a:defRPr sz="2025" b="0">
                <a:solidFill>
                  <a:srgbClr val="162840"/>
                </a:solidFill>
              </a:defRPr>
            </a:lvl5pPr>
            <a:lvl6pPr>
              <a:defRPr sz="2025" b="0">
                <a:solidFill>
                  <a:srgbClr val="162840"/>
                </a:solidFill>
              </a:defRPr>
            </a:lvl6pPr>
            <a:lvl7pPr>
              <a:defRPr sz="2025" b="0">
                <a:solidFill>
                  <a:srgbClr val="162840"/>
                </a:solidFill>
              </a:defRPr>
            </a:lvl7pPr>
            <a:lvl8pPr>
              <a:defRPr sz="2025" b="0">
                <a:solidFill>
                  <a:srgbClr val="162840"/>
                </a:solidFill>
              </a:defRPr>
            </a:lvl8pPr>
            <a:lvl9pPr>
              <a:defRPr sz="20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840"/>
                </a:solidFill>
              </a:defRPr>
            </a:pPr>
            <a:r>
              <a:rPr sz="2025" b="0">
                <a:solidFill>
                  <a:srgbClr val="162840"/>
                </a:solidFill>
              </a:rPr>
              <a:t>조회와 배정된 작업의 실적·사건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2EE28-802D-4232-9099-9180089A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C65AE"/>
                </a:solidFill>
              </a:defRPr>
            </a:defPPr>
            <a:lvl1pPr>
              <a:defRPr sz="2025" b="1">
                <a:solidFill>
                  <a:srgbClr val="1C65AE"/>
                </a:solidFill>
              </a:defRPr>
            </a:lvl1pPr>
            <a:lvl2pPr>
              <a:defRPr sz="2025" b="1">
                <a:solidFill>
                  <a:srgbClr val="1C65AE"/>
                </a:solidFill>
              </a:defRPr>
            </a:lvl2pPr>
            <a:lvl3pPr>
              <a:defRPr sz="2025" b="1">
                <a:solidFill>
                  <a:srgbClr val="1C65AE"/>
                </a:solidFill>
              </a:defRPr>
            </a:lvl3pPr>
            <a:lvl4pPr>
              <a:defRPr sz="2025" b="1">
                <a:solidFill>
                  <a:srgbClr val="1C65AE"/>
                </a:solidFill>
              </a:defRPr>
            </a:lvl4pPr>
            <a:lvl5pPr>
              <a:defRPr sz="2025" b="1">
                <a:solidFill>
                  <a:srgbClr val="1C65AE"/>
                </a:solidFill>
              </a:defRPr>
            </a:lvl5pPr>
            <a:lvl6pPr>
              <a:defRPr sz="2025" b="1">
                <a:solidFill>
                  <a:srgbClr val="1C65AE"/>
                </a:solidFill>
              </a:defRPr>
            </a:lvl6pPr>
            <a:lvl7pPr>
              <a:defRPr sz="2025" b="1">
                <a:solidFill>
                  <a:srgbClr val="1C65AE"/>
                </a:solidFill>
              </a:defRPr>
            </a:lvl7pPr>
            <a:lvl8pPr>
              <a:defRPr sz="2025" b="1">
                <a:solidFill>
                  <a:srgbClr val="1C65AE"/>
                </a:solidFill>
              </a:defRPr>
            </a:lvl8pPr>
            <a:lvl9pPr>
              <a:defRPr sz="202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C65AE"/>
                </a:solidFill>
              </a:defRPr>
            </a:pPr>
            <a:r>
              <a:rPr sz="2025" b="1">
                <a:solidFill>
                  <a:srgbClr val="1C65AE"/>
                </a:solidFill>
              </a:rPr>
              <a:t>관리자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86C72-1CC3-4E35-A4DF-B747B7C0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876675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62840"/>
                </a:solidFill>
              </a:defRPr>
            </a:defPPr>
            <a:lvl1pPr>
              <a:defRPr sz="2025" b="0">
                <a:solidFill>
                  <a:srgbClr val="162840"/>
                </a:solidFill>
              </a:defRPr>
            </a:lvl1pPr>
            <a:lvl2pPr>
              <a:defRPr sz="2025" b="0">
                <a:solidFill>
                  <a:srgbClr val="162840"/>
                </a:solidFill>
              </a:defRPr>
            </a:lvl2pPr>
            <a:lvl3pPr>
              <a:defRPr sz="2025" b="0">
                <a:solidFill>
                  <a:srgbClr val="162840"/>
                </a:solidFill>
              </a:defRPr>
            </a:lvl3pPr>
            <a:lvl4pPr>
              <a:defRPr sz="2025" b="0">
                <a:solidFill>
                  <a:srgbClr val="162840"/>
                </a:solidFill>
              </a:defRPr>
            </a:lvl4pPr>
            <a:lvl5pPr>
              <a:defRPr sz="2025" b="0">
                <a:solidFill>
                  <a:srgbClr val="162840"/>
                </a:solidFill>
              </a:defRPr>
            </a:lvl5pPr>
            <a:lvl6pPr>
              <a:defRPr sz="2025" b="0">
                <a:solidFill>
                  <a:srgbClr val="162840"/>
                </a:solidFill>
              </a:defRPr>
            </a:lvl6pPr>
            <a:lvl7pPr>
              <a:defRPr sz="2025" b="0">
                <a:solidFill>
                  <a:srgbClr val="162840"/>
                </a:solidFill>
              </a:defRPr>
            </a:lvl7pPr>
            <a:lvl8pPr>
              <a:defRPr sz="2025" b="0">
                <a:solidFill>
                  <a:srgbClr val="162840"/>
                </a:solidFill>
              </a:defRPr>
            </a:lvl8pPr>
            <a:lvl9pPr>
              <a:defRPr sz="202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840"/>
                </a:solidFill>
              </a:defRPr>
            </a:pPr>
            <a:r>
              <a:rPr sz="2025" b="0">
                <a:solidFill>
                  <a:srgbClr val="162840"/>
                </a:solidFill>
              </a:rPr>
              <a:t>데이터 업로드, 계정·권한, 배치 좌표와 감사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497CC-C453-4676-B87F-33790E8B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4677D"/>
                </a:solidFill>
              </a:defRPr>
            </a:defPPr>
            <a:lvl1pPr>
              <a:defRPr sz="1650" b="0">
                <a:solidFill>
                  <a:srgbClr val="54677D"/>
                </a:solidFill>
              </a:defRPr>
            </a:lvl1pPr>
            <a:lvl2pPr>
              <a:defRPr sz="1650" b="0">
                <a:solidFill>
                  <a:srgbClr val="54677D"/>
                </a:solidFill>
              </a:defRPr>
            </a:lvl2pPr>
            <a:lvl3pPr>
              <a:defRPr sz="1650" b="0">
                <a:solidFill>
                  <a:srgbClr val="54677D"/>
                </a:solidFill>
              </a:defRPr>
            </a:lvl3pPr>
            <a:lvl4pPr>
              <a:defRPr sz="1650" b="0">
                <a:solidFill>
                  <a:srgbClr val="54677D"/>
                </a:solidFill>
              </a:defRPr>
            </a:lvl4pPr>
            <a:lvl5pPr>
              <a:defRPr sz="1650" b="0">
                <a:solidFill>
                  <a:srgbClr val="54677D"/>
                </a:solidFill>
              </a:defRPr>
            </a:lvl5pPr>
            <a:lvl6pPr>
              <a:defRPr sz="1650" b="0">
                <a:solidFill>
                  <a:srgbClr val="54677D"/>
                </a:solidFill>
              </a:defRPr>
            </a:lvl6pPr>
            <a:lvl7pPr>
              <a:defRPr sz="1650" b="0">
                <a:solidFill>
                  <a:srgbClr val="54677D"/>
                </a:solidFill>
              </a:defRPr>
            </a:lvl7pPr>
            <a:lvl8pPr>
              <a:defRPr sz="1650" b="0">
                <a:solidFill>
                  <a:srgbClr val="54677D"/>
                </a:solidFill>
              </a:defRPr>
            </a:lvl8pPr>
            <a:lvl9pPr>
              <a:defRPr sz="1650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4677D"/>
                </a:solidFill>
              </a:defRPr>
            </a:pPr>
            <a:r>
              <a:rPr sz="1650" b="0">
                <a:solidFill>
                  <a:srgbClr val="54677D"/>
                </a:solidFill>
              </a:rPr>
              <a:t>메뉴 표시와 저장 가능 여부는 서버가 확인한 권한을 따릅니다.</a:t>
            </a:r>
          </a:p>
        </p:txBody>
      </p:sp>
    </p:spTree>
    <p:extLst>
      <p:ext uri="{BB962C8B-B14F-4D97-AF65-F5344CB8AC3E}">
        <p14:creationId xmlns:p14="http://schemas.microsoft.com/office/powerpoint/2010/main" val="2097838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392FE-86C1-4CF0-9E6F-225E1F04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운영현황: 상태에서 근거로 이동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42E9-6AC8-4486-A880-33F79B31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3A46E-5CB8-42E7-9800-DF071FA186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8e96602204339"/>
          <a:stretch xmlns:a="http://schemas.openxmlformats.org/drawingml/2006/main"/>
        </p:blipFill>
        <p:spPr>
          <a:xfrm xmlns:a="http://schemas.openxmlformats.org/drawingml/2006/main">
            <a:off x="552450" y="1555474"/>
            <a:ext cx="7334250" cy="41280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6267E-2B67-4C9B-8C8B-CBAAF92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상단 네 지표를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22075-CE6C-43EE-86A2-FF4FC2CB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공정 구역을 눌러 해당 작업을 조회합니다.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166F5-4874-4F8E-B6D1-88630E31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주목할 작업에서 사건·지연을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A4DD0-EA5D-410E-A8EF-3523B0B5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작업번호를 눌러 상세 근거를 봅니다.</a:t>
            </a:r>
          </a:p>
        </p:txBody>
      </p:sp>
    </p:spTree>
    <p:extLst>
      <p:ext uri="{BB962C8B-B14F-4D97-AF65-F5344CB8AC3E}">
        <p14:creationId xmlns:p14="http://schemas.microsoft.com/office/powerpoint/2010/main" val="1630590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1B429-4B42-4F0B-A34A-A1C614B9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운영현황 수치 읽는 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CED45-B798-4978-890E-9FEAAD0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41803-90E4-4D46-B723-3E880D9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1. 금일 계획 중 완료: 기준일에 착수 예정인 작업 중 완료 상태의 건수.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E5C1A-01F9-4C50-AF8C-5A28DDF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2. 기한 도래 미완료: 계획 종료시각이 지났고 아직 완료되지 않은 작업.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14E5B-07CF-4AA4-A836-6E5D7EE9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861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3. 미해소 사건: 기준시각 이전 발생 후 아직 해소되지 않은 사건.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5B178-BE84-4FAF-B193-FAA47D28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107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4. 설비 상태: 고장 설비 수 / 전체 설비 수. 가동·대기·점검도 함께 확인.</a:t>
            </a:r>
          </a:p>
        </p:txBody>
      </p:sp>
    </p:spTree>
    <p:extLst>
      <p:ext uri="{BB962C8B-B14F-4D97-AF65-F5344CB8AC3E}">
        <p14:creationId xmlns:p14="http://schemas.microsoft.com/office/powerpoint/2010/main" val="388421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91EED-CED2-47E9-89B1-8EEB4C95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조회: 공정과 기간으로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19C56-38B8-4FC3-B67B-26A93199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FD4B0-631E-4E0B-BABD-4C76D9184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41a0261944830"/>
          <a:stretch xmlns:a="http://schemas.openxmlformats.org/drawingml/2006/main"/>
        </p:blipFill>
        <p:spPr>
          <a:xfrm xmlns:a="http://schemas.openxmlformats.org/drawingml/2006/main">
            <a:off x="2562409" y="1428750"/>
            <a:ext cx="3314332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C2B75-2BBB-44DF-90B3-A83AAF0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조회에서 계획·실적 비교를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077F4-FD8B-4807-B77A-CF0C09B3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공정, 시작일, 종료일을 선택합니다.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D870C-FD83-4B9D-A851-F1C4EE40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비교 조회를 실행합니다.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1AA82-0758-4446-B17F-34C95D9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일별 값과 작업별 내역을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4046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605CA-E98A-4EA9-9476-AE7BD3A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계획·실적 비교 결과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9A2FB-6989-474D-BE3C-0EB208B7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3C37A-16EE-42F8-86F6-27F6808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1. 계획량은 계획일, 인정실적은 집계 종료일의 한국 날짜에 귀속합니다.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49216-AE07-454E-A57B-0788E7A4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2. 기준일에는 당일 전체 계획과 기준시각까지의 실적을 비교합니다.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03686-0F13-41FE-A2FB-1EF4912A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3. 미래 계획은 표에 표시되지만 기간 합계와 달성률에서 제외합니다.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ADBE7-8D33-42C5-80FD-8F42A1D8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4. 차이 = 인정실적 − 계획량. 달성률 = 인정실적 ÷ 계획량입니다.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58DB4-2AA4-4222-9BB2-66B697A7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054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5. 작업번호를 누르면 해당 작업 상세로 이동합니다.</a:t>
            </a:r>
          </a:p>
        </p:txBody>
      </p:sp>
    </p:spTree>
    <p:extLst>
      <p:ext uri="{BB962C8B-B14F-4D97-AF65-F5344CB8AC3E}">
        <p14:creationId xmlns:p14="http://schemas.microsoft.com/office/powerpoint/2010/main" val="817994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03F39-F00F-4535-A65D-A0606C6A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작업 상세와 과거 시각 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195B7-8DEF-4502-BE72-0360C594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AC942-9A17-4524-B478-748112A839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d0fbbc11f46c8"/>
          <a:stretch xmlns:a="http://schemas.openxmlformats.org/drawingml/2006/main"/>
        </p:blipFill>
        <p:spPr>
          <a:xfrm xmlns:a="http://schemas.openxmlformats.org/drawingml/2006/main">
            <a:off x="552450" y="1555474"/>
            <a:ext cx="7334250" cy="41280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B8ED7-AF3C-40B7-9D0C-33AF6972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조회 결과에서 작업을 선택합니다.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16A23-C4E1-4B8E-92B8-854179D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진척·계획·실적·사건을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5CB3B-C6EA-43BB-B1FD-67F3A8A7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과거 날짜·시각을 적용합니다.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F899B-457B-4BCB-B808-D09E6F06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15분 이동·재생·최신 복귀를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471431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EC16A-CF60-49E3-944B-E871DDB1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데이터 업로드: 파일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26C17-8697-4E04-A317-9F39808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9E3D7-1F8E-4934-A763-77B6CD12F6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3e24d30084910"/>
          <a:stretch xmlns:a="http://schemas.openxmlformats.org/drawingml/2006/main"/>
        </p:blipFill>
        <p:spPr>
          <a:xfrm xmlns:a="http://schemas.openxmlformats.org/drawingml/2006/main">
            <a:off x="760496" y="1428750"/>
            <a:ext cx="6918158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F2923-E78A-4679-83CF-557C8E0F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CSV 파일 하나, 여러 파일 또는 폴더를 선택합니다.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8A887-6764-4493-8BDC-67D214B0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선택 목록의 파일명·대상 테이블·행 수를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A0FD0-F715-4911-A323-38452296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폴더에 섞인 비 CSV 파일 제외 수를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59D68-45C2-4C61-BF86-0D81EE07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오류가 있으면 원본 CSV를 수정해 다시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1834609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48305-E840-4CD3-A198-7DAF32D2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데이터 업로드: 검증과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BEFE7-1301-430A-8AD5-7B0A1AD6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4BD6C-1686-45CB-8B46-0E9E45B09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81813e27244cf"/>
          <a:stretch xmlns:a="http://schemas.openxmlformats.org/drawingml/2006/main"/>
        </p:blipFill>
        <p:spPr>
          <a:xfrm xmlns:a="http://schemas.openxmlformats.org/drawingml/2006/main">
            <a:off x="760496" y="1428750"/>
            <a:ext cx="6918158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AEB5B-1578-4851-B8A1-BE220948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여러 파일은 서버 검증을 누릅니다.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C1B0B-1527-457A-9E57-28BC02B7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파일·행·필드별 오류를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8700D-BD8D-4834-A439-B204B34D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오류가 0건이면 전체 업로드를 누릅니다.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9D672-E67D-4039-B573-3782CBED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저장 후 화면 집계가 갱신되는지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42409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43693-B65B-47A4-B6A0-217738B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단일 CSV와 여러 CSV의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88FF9-E983-4597-A9F9-CF88F49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6C3D6-B2F6-43BD-81B9-C951173A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C65AE"/>
                </a:solidFill>
              </a:defRPr>
            </a:defPPr>
            <a:lvl1pPr>
              <a:defRPr sz="2100" b="1">
                <a:solidFill>
                  <a:srgbClr val="1C65AE"/>
                </a:solidFill>
              </a:defRPr>
            </a:lvl1pPr>
            <a:lvl2pPr>
              <a:defRPr sz="2100" b="1">
                <a:solidFill>
                  <a:srgbClr val="1C65AE"/>
                </a:solidFill>
              </a:defRPr>
            </a:lvl2pPr>
            <a:lvl3pPr>
              <a:defRPr sz="2100" b="1">
                <a:solidFill>
                  <a:srgbClr val="1C65AE"/>
                </a:solidFill>
              </a:defRPr>
            </a:lvl3pPr>
            <a:lvl4pPr>
              <a:defRPr sz="2100" b="1">
                <a:solidFill>
                  <a:srgbClr val="1C65AE"/>
                </a:solidFill>
              </a:defRPr>
            </a:lvl4pPr>
            <a:lvl5pPr>
              <a:defRPr sz="2100" b="1">
                <a:solidFill>
                  <a:srgbClr val="1C65AE"/>
                </a:solidFill>
              </a:defRPr>
            </a:lvl5pPr>
            <a:lvl6pPr>
              <a:defRPr sz="2100" b="1">
                <a:solidFill>
                  <a:srgbClr val="1C65AE"/>
                </a:solidFill>
              </a:defRPr>
            </a:lvl6pPr>
            <a:lvl7pPr>
              <a:defRPr sz="2100" b="1">
                <a:solidFill>
                  <a:srgbClr val="1C65AE"/>
                </a:solidFill>
              </a:defRPr>
            </a:lvl7pPr>
            <a:lvl8pPr>
              <a:defRPr sz="2100" b="1">
                <a:solidFill>
                  <a:srgbClr val="1C65AE"/>
                </a:solidFill>
              </a:defRPr>
            </a:lvl8pPr>
            <a:lvl9pPr>
              <a:defRPr sz="21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C65AE"/>
                </a:solidFill>
              </a:defRPr>
            </a:pPr>
            <a:r>
              <a:rPr sz="2100" b="1">
                <a:solidFill>
                  <a:srgbClr val="1C65AE"/>
                </a:solidFill>
              </a:rPr>
              <a:t>단일 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86A4-3C5A-4BE2-A83F-58CE4E4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752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62840"/>
                </a:solidFill>
              </a:defRPr>
            </a:defPPr>
            <a:lvl1pPr>
              <a:defRPr sz="1950" b="0">
                <a:solidFill>
                  <a:srgbClr val="162840"/>
                </a:solidFill>
              </a:defRPr>
            </a:lvl1pPr>
            <a:lvl2pPr>
              <a:defRPr sz="1950" b="0">
                <a:solidFill>
                  <a:srgbClr val="162840"/>
                </a:solidFill>
              </a:defRPr>
            </a:lvl2pPr>
            <a:lvl3pPr>
              <a:defRPr sz="1950" b="0">
                <a:solidFill>
                  <a:srgbClr val="162840"/>
                </a:solidFill>
              </a:defRPr>
            </a:lvl3pPr>
            <a:lvl4pPr>
              <a:defRPr sz="1950" b="0">
                <a:solidFill>
                  <a:srgbClr val="162840"/>
                </a:solidFill>
              </a:defRPr>
            </a:lvl4pPr>
            <a:lvl5pPr>
              <a:defRPr sz="1950" b="0">
                <a:solidFill>
                  <a:srgbClr val="162840"/>
                </a:solidFill>
              </a:defRPr>
            </a:lvl5pPr>
            <a:lvl6pPr>
              <a:defRPr sz="1950" b="0">
                <a:solidFill>
                  <a:srgbClr val="162840"/>
                </a:solidFill>
              </a:defRPr>
            </a:lvl6pPr>
            <a:lvl7pPr>
              <a:defRPr sz="1950" b="0">
                <a:solidFill>
                  <a:srgbClr val="162840"/>
                </a:solidFill>
              </a:defRPr>
            </a:lvl7pPr>
            <a:lvl8pPr>
              <a:defRPr sz="1950" b="0">
                <a:solidFill>
                  <a:srgbClr val="162840"/>
                </a:solidFill>
              </a:defRPr>
            </a:lvl8pPr>
            <a:lvl9pPr>
              <a:defRPr sz="19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840"/>
                </a:solidFill>
              </a:defRPr>
            </a:pPr>
            <a:r>
              <a:rPr sz="1950" b="0">
                <a:solidFill>
                  <a:srgbClr val="162840"/>
                </a:solidFill>
              </a:rPr>
              <a:t>미리보기 표에서 오류 셀을 직접 고친 뒤 업로드합니다.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C8637-CAC6-404A-A120-ABD22087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C65AE"/>
                </a:solidFill>
              </a:defRPr>
            </a:defPPr>
            <a:lvl1pPr>
              <a:defRPr sz="2100" b="1">
                <a:solidFill>
                  <a:srgbClr val="1C65AE"/>
                </a:solidFill>
              </a:defRPr>
            </a:lvl1pPr>
            <a:lvl2pPr>
              <a:defRPr sz="2100" b="1">
                <a:solidFill>
                  <a:srgbClr val="1C65AE"/>
                </a:solidFill>
              </a:defRPr>
            </a:lvl2pPr>
            <a:lvl3pPr>
              <a:defRPr sz="2100" b="1">
                <a:solidFill>
                  <a:srgbClr val="1C65AE"/>
                </a:solidFill>
              </a:defRPr>
            </a:lvl3pPr>
            <a:lvl4pPr>
              <a:defRPr sz="2100" b="1">
                <a:solidFill>
                  <a:srgbClr val="1C65AE"/>
                </a:solidFill>
              </a:defRPr>
            </a:lvl4pPr>
            <a:lvl5pPr>
              <a:defRPr sz="2100" b="1">
                <a:solidFill>
                  <a:srgbClr val="1C65AE"/>
                </a:solidFill>
              </a:defRPr>
            </a:lvl5pPr>
            <a:lvl6pPr>
              <a:defRPr sz="2100" b="1">
                <a:solidFill>
                  <a:srgbClr val="1C65AE"/>
                </a:solidFill>
              </a:defRPr>
            </a:lvl6pPr>
            <a:lvl7pPr>
              <a:defRPr sz="2100" b="1">
                <a:solidFill>
                  <a:srgbClr val="1C65AE"/>
                </a:solidFill>
              </a:defRPr>
            </a:lvl7pPr>
            <a:lvl8pPr>
              <a:defRPr sz="2100" b="1">
                <a:solidFill>
                  <a:srgbClr val="1C65AE"/>
                </a:solidFill>
              </a:defRPr>
            </a:lvl8pPr>
            <a:lvl9pPr>
              <a:defRPr sz="21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C65AE"/>
                </a:solidFill>
              </a:defRPr>
            </a:pPr>
            <a:r>
              <a:rPr sz="2100" b="1">
                <a:solidFill>
                  <a:srgbClr val="1C65AE"/>
                </a:solidFill>
              </a:rPr>
              <a:t>여러 CSV·폴더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11E7B-6433-4AAB-A15A-7834DEF9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81300"/>
            <a:ext cx="7524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62840"/>
                </a:solidFill>
              </a:defRPr>
            </a:defPPr>
            <a:lvl1pPr>
              <a:defRPr sz="1950" b="0">
                <a:solidFill>
                  <a:srgbClr val="162840"/>
                </a:solidFill>
              </a:defRPr>
            </a:lvl1pPr>
            <a:lvl2pPr>
              <a:defRPr sz="1950" b="0">
                <a:solidFill>
                  <a:srgbClr val="162840"/>
                </a:solidFill>
              </a:defRPr>
            </a:lvl2pPr>
            <a:lvl3pPr>
              <a:defRPr sz="1950" b="0">
                <a:solidFill>
                  <a:srgbClr val="162840"/>
                </a:solidFill>
              </a:defRPr>
            </a:lvl3pPr>
            <a:lvl4pPr>
              <a:defRPr sz="1950" b="0">
                <a:solidFill>
                  <a:srgbClr val="162840"/>
                </a:solidFill>
              </a:defRPr>
            </a:lvl4pPr>
            <a:lvl5pPr>
              <a:defRPr sz="1950" b="0">
                <a:solidFill>
                  <a:srgbClr val="162840"/>
                </a:solidFill>
              </a:defRPr>
            </a:lvl5pPr>
            <a:lvl6pPr>
              <a:defRPr sz="1950" b="0">
                <a:solidFill>
                  <a:srgbClr val="162840"/>
                </a:solidFill>
              </a:defRPr>
            </a:lvl6pPr>
            <a:lvl7pPr>
              <a:defRPr sz="1950" b="0">
                <a:solidFill>
                  <a:srgbClr val="162840"/>
                </a:solidFill>
              </a:defRPr>
            </a:lvl7pPr>
            <a:lvl8pPr>
              <a:defRPr sz="1950" b="0">
                <a:solidFill>
                  <a:srgbClr val="162840"/>
                </a:solidFill>
              </a:defRPr>
            </a:lvl8pPr>
            <a:lvl9pPr>
              <a:defRPr sz="19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840"/>
                </a:solidFill>
              </a:defRPr>
            </a:pPr>
            <a:r>
              <a:rPr sz="1950" b="0">
                <a:solidFill>
                  <a:srgbClr val="162840"/>
                </a:solidFill>
              </a:rPr>
              <a:t>서버 검증 후 전체 업로드합니다. 오류가 1건이라도 있으면 전체 저장을 중단합니다.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6E724-AEBF-4978-9506-0381A06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C65AE"/>
                </a:solidFill>
              </a:defRPr>
            </a:defPPr>
            <a:lvl1pPr>
              <a:defRPr sz="2100" b="1">
                <a:solidFill>
                  <a:srgbClr val="1C65AE"/>
                </a:solidFill>
              </a:defRPr>
            </a:lvl1pPr>
            <a:lvl2pPr>
              <a:defRPr sz="2100" b="1">
                <a:solidFill>
                  <a:srgbClr val="1C65AE"/>
                </a:solidFill>
              </a:defRPr>
            </a:lvl2pPr>
            <a:lvl3pPr>
              <a:defRPr sz="2100" b="1">
                <a:solidFill>
                  <a:srgbClr val="1C65AE"/>
                </a:solidFill>
              </a:defRPr>
            </a:lvl3pPr>
            <a:lvl4pPr>
              <a:defRPr sz="2100" b="1">
                <a:solidFill>
                  <a:srgbClr val="1C65AE"/>
                </a:solidFill>
              </a:defRPr>
            </a:lvl4pPr>
            <a:lvl5pPr>
              <a:defRPr sz="2100" b="1">
                <a:solidFill>
                  <a:srgbClr val="1C65AE"/>
                </a:solidFill>
              </a:defRPr>
            </a:lvl5pPr>
            <a:lvl6pPr>
              <a:defRPr sz="2100" b="1">
                <a:solidFill>
                  <a:srgbClr val="1C65AE"/>
                </a:solidFill>
              </a:defRPr>
            </a:lvl6pPr>
            <a:lvl7pPr>
              <a:defRPr sz="2100" b="1">
                <a:solidFill>
                  <a:srgbClr val="1C65AE"/>
                </a:solidFill>
              </a:defRPr>
            </a:lvl7pPr>
            <a:lvl8pPr>
              <a:defRPr sz="2100" b="1">
                <a:solidFill>
                  <a:srgbClr val="1C65AE"/>
                </a:solidFill>
              </a:defRPr>
            </a:lvl8pPr>
            <a:lvl9pPr>
              <a:defRPr sz="2100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C65AE"/>
                </a:solidFill>
              </a:defRPr>
            </a:pPr>
            <a:r>
              <a:rPr sz="2100" b="1">
                <a:solidFill>
                  <a:srgbClr val="1C65AE"/>
                </a:solidFill>
              </a:rPr>
              <a:t>공통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18A6E-71C8-460F-AEF1-E8A4A93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5295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62840"/>
                </a:solidFill>
              </a:defRPr>
            </a:defPPr>
            <a:lvl1pPr>
              <a:defRPr sz="1950" b="0">
                <a:solidFill>
                  <a:srgbClr val="162840"/>
                </a:solidFill>
              </a:defRPr>
            </a:lvl1pPr>
            <a:lvl2pPr>
              <a:defRPr sz="1950" b="0">
                <a:solidFill>
                  <a:srgbClr val="162840"/>
                </a:solidFill>
              </a:defRPr>
            </a:lvl2pPr>
            <a:lvl3pPr>
              <a:defRPr sz="1950" b="0">
                <a:solidFill>
                  <a:srgbClr val="162840"/>
                </a:solidFill>
              </a:defRPr>
            </a:lvl3pPr>
            <a:lvl4pPr>
              <a:defRPr sz="1950" b="0">
                <a:solidFill>
                  <a:srgbClr val="162840"/>
                </a:solidFill>
              </a:defRPr>
            </a:lvl4pPr>
            <a:lvl5pPr>
              <a:defRPr sz="1950" b="0">
                <a:solidFill>
                  <a:srgbClr val="162840"/>
                </a:solidFill>
              </a:defRPr>
            </a:lvl5pPr>
            <a:lvl6pPr>
              <a:defRPr sz="1950" b="0">
                <a:solidFill>
                  <a:srgbClr val="162840"/>
                </a:solidFill>
              </a:defRPr>
            </a:lvl6pPr>
            <a:lvl7pPr>
              <a:defRPr sz="1950" b="0">
                <a:solidFill>
                  <a:srgbClr val="162840"/>
                </a:solidFill>
              </a:defRPr>
            </a:lvl7pPr>
            <a:lvl8pPr>
              <a:defRPr sz="1950" b="0">
                <a:solidFill>
                  <a:srgbClr val="162840"/>
                </a:solidFill>
              </a:defRPr>
            </a:lvl8pPr>
            <a:lvl9pPr>
              <a:defRPr sz="19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2840"/>
                </a:solidFill>
              </a:defRPr>
            </a:pPr>
            <a:r>
              <a:rPr sz="1950" b="0">
                <a:solidFill>
                  <a:srgbClr val="162840"/>
                </a:solidFill>
              </a:rPr>
              <a:t>필수값·형식·참조·중복을 검사하며 저장 요청 때 다시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436825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D60C0-C013-4025-8C3E-8036479D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운영요약: 초안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B66F6-3260-4305-A200-0B7D69BD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77B58-B8EE-46E9-851A-94B5823B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1. 운영현황에서 운영요약을 열고 기준시각을 먼저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9F277-DD30-4635-8B91-BD3C2FFF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2. 관측 사실에는 금일 완료, 기한 도래 미완료, 미해소 사건이 나옵니다.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12854-3DFC-49B7-9A23-4F77ACCE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3. 사건별로 설비 고장·자재 대기·품질 보류 문장이 추가됩니다.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E876B-3273-4CC1-952C-C8F0B26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4. 기준일에 해소된 사건은 회복 상황으로 따로 표시됩니다.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3DF8F-2696-405C-A44D-1928E3A7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5. 확인 요청에는 복구·공급시각 또는 재검사 판정을 묻습니다.</a:t>
            </a:r>
          </a:p>
        </p:txBody>
      </p:sp>
    </p:spTree>
    <p:extLst>
      <p:ext uri="{BB962C8B-B14F-4D97-AF65-F5344CB8AC3E}">
        <p14:creationId xmlns:p14="http://schemas.microsoft.com/office/powerpoint/2010/main" val="7499041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6E96D-298D-4DF5-A0FA-0AA00CAF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운영요약: 검토·수정·복사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F014E-15AA-46D8-9F86-B1D423E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7C4EF-728C-4C6A-A6F4-A4268B0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668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1. 문장 끝의 사건번호를 눌러 연결 작업 상세에서 근거를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75437-D53F-4563-9B0D-121A198E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2. 자료에 없는 원인과 예상시각은 직접 확인한 뒤에만 문장에 씁니다.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D9D3D-48EB-47DE-9061-622332C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3. 본문을 고친 뒤 복사를 눌러 현재 화면의 문장을 가져옵니다.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50C9C-3913-4B5A-8600-0069B488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6717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4. 초안으로를 누르면 편집이 지워지고 규칙 문장으로 돌아갑니다.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6FFBD-8D1E-4548-B40C-ADF1EA6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62840"/>
                </a:solidFill>
              </a:defRPr>
            </a:defPPr>
            <a:lvl1pPr>
              <a:defRPr sz="1650" b="0">
                <a:solidFill>
                  <a:srgbClr val="162840"/>
                </a:solidFill>
              </a:defRPr>
            </a:lvl1pPr>
            <a:lvl2pPr>
              <a:defRPr sz="1650" b="0">
                <a:solidFill>
                  <a:srgbClr val="162840"/>
                </a:solidFill>
              </a:defRPr>
            </a:lvl2pPr>
            <a:lvl3pPr>
              <a:defRPr sz="1650" b="0">
                <a:solidFill>
                  <a:srgbClr val="162840"/>
                </a:solidFill>
              </a:defRPr>
            </a:lvl3pPr>
            <a:lvl4pPr>
              <a:defRPr sz="1650" b="0">
                <a:solidFill>
                  <a:srgbClr val="162840"/>
                </a:solidFill>
              </a:defRPr>
            </a:lvl4pPr>
            <a:lvl5pPr>
              <a:defRPr sz="1650" b="0">
                <a:solidFill>
                  <a:srgbClr val="162840"/>
                </a:solidFill>
              </a:defRPr>
            </a:lvl5pPr>
            <a:lvl6pPr>
              <a:defRPr sz="1650" b="0">
                <a:solidFill>
                  <a:srgbClr val="162840"/>
                </a:solidFill>
              </a:defRPr>
            </a:lvl6pPr>
            <a:lvl7pPr>
              <a:defRPr sz="1650" b="0">
                <a:solidFill>
                  <a:srgbClr val="162840"/>
                </a:solidFill>
              </a:defRPr>
            </a:lvl7pPr>
            <a:lvl8pPr>
              <a:defRPr sz="1650" b="0">
                <a:solidFill>
                  <a:srgbClr val="162840"/>
                </a:solidFill>
              </a:defRPr>
            </a:lvl8pPr>
            <a:lvl9pPr>
              <a:defRPr sz="165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62840"/>
                </a:solidFill>
              </a:defRPr>
            </a:pPr>
            <a:r>
              <a:rPr sz="1650" b="0">
                <a:solidFill>
                  <a:srgbClr val="162840"/>
                </a:solidFill>
              </a:rPr>
              <a:t>5. 편집 내용은 서버에 저장되지 않습니다. 별도 보관이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4945085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99186-8C18-4B6C-ADFC-28D6BD7A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담당 입력: 배정 작업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C9AB1-CCDE-4C34-B2BC-FB162C00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66F60-22D9-4165-869A-442FEB443C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02f91db024211"/>
          <a:stretch xmlns:a="http://schemas.openxmlformats.org/drawingml/2006/main"/>
        </p:blipFill>
        <p:spPr>
          <a:xfrm xmlns:a="http://schemas.openxmlformats.org/drawingml/2006/main">
            <a:off x="3428615" y="1428750"/>
            <a:ext cx="1581919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D155C-4994-4D81-98BA-27F3FC41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담당 입력 권한으로 메뉴를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4AF19-E624-4643-BB02-9A480E4F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배정된 작업을 선택합니다.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0B7F1-D9B9-44F5-9E23-A18496FD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실적 또는 사건 내용을 입력합니다.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0338F-D5BC-490B-B40E-E8F8112E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저장 후 조회에서 반영을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58286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6D6C8-0DA3-4D96-8418-290F910C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관리자 설정: 공정 배치 좌표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E295A-103C-4066-86E0-41C4430A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44852-9913-4432-A263-5558E6F18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8dd9d1d0d4b35"/>
          <a:stretch xmlns:a="http://schemas.openxmlformats.org/drawingml/2006/main"/>
        </p:blipFill>
        <p:spPr>
          <a:xfrm xmlns:a="http://schemas.openxmlformats.org/drawingml/2006/main">
            <a:off x="552450" y="1555474"/>
            <a:ext cx="7334250" cy="41280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E6062-1E81-4443-8FA2-5DF7D152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1. 설정에서 공정 배치도 수정을 엽니다.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3022C-88DF-4693-8D46-8650D13B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2. 구역을 선택하고 이동하거나 X/Y를 입력합니다.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9B53A-0889-4EE3-BFC4-71BF5E6A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3. 변경 내역을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E98F3-4A12-47FE-985A-5742F40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62840"/>
                </a:solidFill>
              </a:defRPr>
            </a:defPPr>
            <a:lvl1pPr>
              <a:defRPr sz="1575" b="0">
                <a:solidFill>
                  <a:srgbClr val="162840"/>
                </a:solidFill>
              </a:defRPr>
            </a:lvl1pPr>
            <a:lvl2pPr>
              <a:defRPr sz="1575" b="0">
                <a:solidFill>
                  <a:srgbClr val="162840"/>
                </a:solidFill>
              </a:defRPr>
            </a:lvl2pPr>
            <a:lvl3pPr>
              <a:defRPr sz="1575" b="0">
                <a:solidFill>
                  <a:srgbClr val="162840"/>
                </a:solidFill>
              </a:defRPr>
            </a:lvl3pPr>
            <a:lvl4pPr>
              <a:defRPr sz="1575" b="0">
                <a:solidFill>
                  <a:srgbClr val="162840"/>
                </a:solidFill>
              </a:defRPr>
            </a:lvl4pPr>
            <a:lvl5pPr>
              <a:defRPr sz="1575" b="0">
                <a:solidFill>
                  <a:srgbClr val="162840"/>
                </a:solidFill>
              </a:defRPr>
            </a:lvl5pPr>
            <a:lvl6pPr>
              <a:defRPr sz="1575" b="0">
                <a:solidFill>
                  <a:srgbClr val="162840"/>
                </a:solidFill>
              </a:defRPr>
            </a:lvl6pPr>
            <a:lvl7pPr>
              <a:defRPr sz="1575" b="0">
                <a:solidFill>
                  <a:srgbClr val="162840"/>
                </a:solidFill>
              </a:defRPr>
            </a:lvl7pPr>
            <a:lvl8pPr>
              <a:defRPr sz="1575" b="0">
                <a:solidFill>
                  <a:srgbClr val="162840"/>
                </a:solidFill>
              </a:defRPr>
            </a:lvl8pPr>
            <a:lvl9pPr>
              <a:defRPr sz="1575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62840"/>
                </a:solidFill>
              </a:defRPr>
            </a:pPr>
            <a:r>
              <a:rPr sz="1575" b="0">
                <a:solidFill>
                  <a:srgbClr val="162840"/>
                </a:solidFill>
              </a:rPr>
              <a:t>4. 배치 저장 후 화면 반영을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381534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A3352-6578-4DE7-96D8-728BF7AC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625" b="1">
                <a:solidFill>
                  <a:srgbClr val="162840"/>
                </a:solidFill>
              </a:defRPr>
            </a:defPPr>
            <a:lvl1pPr>
              <a:defRPr sz="2625" b="1">
                <a:solidFill>
                  <a:srgbClr val="162840"/>
                </a:solidFill>
              </a:defRPr>
            </a:lvl1pPr>
            <a:lvl2pPr>
              <a:defRPr sz="2625" b="1">
                <a:solidFill>
                  <a:srgbClr val="162840"/>
                </a:solidFill>
              </a:defRPr>
            </a:lvl2pPr>
            <a:lvl3pPr>
              <a:defRPr sz="2625" b="1">
                <a:solidFill>
                  <a:srgbClr val="162840"/>
                </a:solidFill>
              </a:defRPr>
            </a:lvl3pPr>
            <a:lvl4pPr>
              <a:defRPr sz="2625" b="1">
                <a:solidFill>
                  <a:srgbClr val="162840"/>
                </a:solidFill>
              </a:defRPr>
            </a:lvl4pPr>
            <a:lvl5pPr>
              <a:defRPr sz="2625" b="1">
                <a:solidFill>
                  <a:srgbClr val="162840"/>
                </a:solidFill>
              </a:defRPr>
            </a:lvl5pPr>
            <a:lvl6pPr>
              <a:defRPr sz="2625" b="1">
                <a:solidFill>
                  <a:srgbClr val="162840"/>
                </a:solidFill>
              </a:defRPr>
            </a:lvl6pPr>
            <a:lvl7pPr>
              <a:defRPr sz="2625" b="1">
                <a:solidFill>
                  <a:srgbClr val="162840"/>
                </a:solidFill>
              </a:defRPr>
            </a:lvl7pPr>
            <a:lvl8pPr>
              <a:defRPr sz="2625" b="1">
                <a:solidFill>
                  <a:srgbClr val="162840"/>
                </a:solidFill>
              </a:defRPr>
            </a:lvl8pPr>
            <a:lvl9pPr>
              <a:defRPr sz="2625" b="1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2840"/>
                </a:solidFill>
              </a:defRPr>
            </a:pPr>
            <a:r>
              <a:rPr sz="2625" b="1">
                <a:solidFill>
                  <a:srgbClr val="162840"/>
                </a:solidFill>
              </a:rPr>
              <a:t>자주 확인할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6FFB4-77A2-46C3-A7B4-77D1B62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4677D"/>
                </a:solidFill>
              </a:defRPr>
            </a:defPPr>
            <a:lvl1pPr>
              <a:defRPr sz="975" b="0">
                <a:solidFill>
                  <a:srgbClr val="54677D"/>
                </a:solidFill>
              </a:defRPr>
            </a:lvl1pPr>
            <a:lvl2pPr>
              <a:defRPr sz="975" b="0">
                <a:solidFill>
                  <a:srgbClr val="54677D"/>
                </a:solidFill>
              </a:defRPr>
            </a:lvl2pPr>
            <a:lvl3pPr>
              <a:defRPr sz="975" b="0">
                <a:solidFill>
                  <a:srgbClr val="54677D"/>
                </a:solidFill>
              </a:defRPr>
            </a:lvl3pPr>
            <a:lvl4pPr>
              <a:defRPr sz="975" b="0">
                <a:solidFill>
                  <a:srgbClr val="54677D"/>
                </a:solidFill>
              </a:defRPr>
            </a:lvl4pPr>
            <a:lvl5pPr>
              <a:defRPr sz="975" b="0">
                <a:solidFill>
                  <a:srgbClr val="54677D"/>
                </a:solidFill>
              </a:defRPr>
            </a:lvl5pPr>
            <a:lvl6pPr>
              <a:defRPr sz="975" b="0">
                <a:solidFill>
                  <a:srgbClr val="54677D"/>
                </a:solidFill>
              </a:defRPr>
            </a:lvl6pPr>
            <a:lvl7pPr>
              <a:defRPr sz="975" b="0">
                <a:solidFill>
                  <a:srgbClr val="54677D"/>
                </a:solidFill>
              </a:defRPr>
            </a:lvl7pPr>
            <a:lvl8pPr>
              <a:defRPr sz="975" b="0">
                <a:solidFill>
                  <a:srgbClr val="54677D"/>
                </a:solidFill>
              </a:defRPr>
            </a:lvl8pPr>
            <a:lvl9pPr>
              <a:defRPr sz="975" b="0">
                <a:solidFill>
                  <a:srgbClr val="54677D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4677D"/>
                </a:solidFill>
              </a:defRPr>
            </a:pPr>
            <a:r>
              <a:rPr sz="975" b="0">
                <a:solidFill>
                  <a:srgbClr val="54677D"/>
                </a:solidFill>
              </a:rPr>
              <a:t>조선 AX · 상세 사용자 매뉴얼 ·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0E9F-57D7-42D4-ADF8-405FFCF0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C65AE"/>
                </a:solidFill>
              </a:defRPr>
            </a:defPPr>
            <a:lvl1pPr>
              <a:defRPr sz="1875" b="1">
                <a:solidFill>
                  <a:srgbClr val="1C65AE"/>
                </a:solidFill>
              </a:defRPr>
            </a:lvl1pPr>
            <a:lvl2pPr>
              <a:defRPr sz="1875" b="1">
                <a:solidFill>
                  <a:srgbClr val="1C65AE"/>
                </a:solidFill>
              </a:defRPr>
            </a:lvl2pPr>
            <a:lvl3pPr>
              <a:defRPr sz="1875" b="1">
                <a:solidFill>
                  <a:srgbClr val="1C65AE"/>
                </a:solidFill>
              </a:defRPr>
            </a:lvl3pPr>
            <a:lvl4pPr>
              <a:defRPr sz="1875" b="1">
                <a:solidFill>
                  <a:srgbClr val="1C65AE"/>
                </a:solidFill>
              </a:defRPr>
            </a:lvl4pPr>
            <a:lvl5pPr>
              <a:defRPr sz="1875" b="1">
                <a:solidFill>
                  <a:srgbClr val="1C65AE"/>
                </a:solidFill>
              </a:defRPr>
            </a:lvl5pPr>
            <a:lvl6pPr>
              <a:defRPr sz="1875" b="1">
                <a:solidFill>
                  <a:srgbClr val="1C65AE"/>
                </a:solidFill>
              </a:defRPr>
            </a:lvl6pPr>
            <a:lvl7pPr>
              <a:defRPr sz="1875" b="1">
                <a:solidFill>
                  <a:srgbClr val="1C65AE"/>
                </a:solidFill>
              </a:defRPr>
            </a:lvl7pPr>
            <a:lvl8pPr>
              <a:defRPr sz="1875" b="1">
                <a:solidFill>
                  <a:srgbClr val="1C65AE"/>
                </a:solidFill>
              </a:defRPr>
            </a:lvl8pPr>
            <a:lvl9pPr>
              <a:defRPr sz="187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C65AE"/>
                </a:solidFill>
              </a:defRPr>
            </a:pPr>
            <a:r>
              <a:rPr sz="1875" b="1">
                <a:solidFill>
                  <a:srgbClr val="1C65AE"/>
                </a:solidFill>
              </a:rPr>
              <a:t>데이터 없음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C520F-73EE-4200-905F-73BE48CD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업로드 상태와 선택 CSV의 검증 결과를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6D4D8-FC96-43BC-8938-7DD7CA64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C65AE"/>
                </a:solidFill>
              </a:defRPr>
            </a:defPPr>
            <a:lvl1pPr>
              <a:defRPr sz="1875" b="1">
                <a:solidFill>
                  <a:srgbClr val="1C65AE"/>
                </a:solidFill>
              </a:defRPr>
            </a:lvl1pPr>
            <a:lvl2pPr>
              <a:defRPr sz="1875" b="1">
                <a:solidFill>
                  <a:srgbClr val="1C65AE"/>
                </a:solidFill>
              </a:defRPr>
            </a:lvl2pPr>
            <a:lvl3pPr>
              <a:defRPr sz="1875" b="1">
                <a:solidFill>
                  <a:srgbClr val="1C65AE"/>
                </a:solidFill>
              </a:defRPr>
            </a:lvl3pPr>
            <a:lvl4pPr>
              <a:defRPr sz="1875" b="1">
                <a:solidFill>
                  <a:srgbClr val="1C65AE"/>
                </a:solidFill>
              </a:defRPr>
            </a:lvl4pPr>
            <a:lvl5pPr>
              <a:defRPr sz="1875" b="1">
                <a:solidFill>
                  <a:srgbClr val="1C65AE"/>
                </a:solidFill>
              </a:defRPr>
            </a:lvl5pPr>
            <a:lvl6pPr>
              <a:defRPr sz="1875" b="1">
                <a:solidFill>
                  <a:srgbClr val="1C65AE"/>
                </a:solidFill>
              </a:defRPr>
            </a:lvl6pPr>
            <a:lvl7pPr>
              <a:defRPr sz="1875" b="1">
                <a:solidFill>
                  <a:srgbClr val="1C65AE"/>
                </a:solidFill>
              </a:defRPr>
            </a:lvl7pPr>
            <a:lvl8pPr>
              <a:defRPr sz="1875" b="1">
                <a:solidFill>
                  <a:srgbClr val="1C65AE"/>
                </a:solidFill>
              </a:defRPr>
            </a:lvl8pPr>
            <a:lvl9pPr>
              <a:defRPr sz="187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C65AE"/>
                </a:solidFill>
              </a:defRPr>
            </a:pPr>
            <a:r>
              <a:rPr sz="1875" b="1">
                <a:solidFill>
                  <a:srgbClr val="1C65AE"/>
                </a:solidFill>
              </a:rPr>
              <a:t>업로드 버튼 비활성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E654C-FCFA-4B90-B65B-BA02C5BA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오류를 수정하고 서버 검증을 다시 실행합니다.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EB857-5957-4531-A9D5-9D62DF92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C65AE"/>
                </a:solidFill>
              </a:defRPr>
            </a:defPPr>
            <a:lvl1pPr>
              <a:defRPr sz="1875" b="1">
                <a:solidFill>
                  <a:srgbClr val="1C65AE"/>
                </a:solidFill>
              </a:defRPr>
            </a:lvl1pPr>
            <a:lvl2pPr>
              <a:defRPr sz="1875" b="1">
                <a:solidFill>
                  <a:srgbClr val="1C65AE"/>
                </a:solidFill>
              </a:defRPr>
            </a:lvl2pPr>
            <a:lvl3pPr>
              <a:defRPr sz="1875" b="1">
                <a:solidFill>
                  <a:srgbClr val="1C65AE"/>
                </a:solidFill>
              </a:defRPr>
            </a:lvl3pPr>
            <a:lvl4pPr>
              <a:defRPr sz="1875" b="1">
                <a:solidFill>
                  <a:srgbClr val="1C65AE"/>
                </a:solidFill>
              </a:defRPr>
            </a:lvl4pPr>
            <a:lvl5pPr>
              <a:defRPr sz="1875" b="1">
                <a:solidFill>
                  <a:srgbClr val="1C65AE"/>
                </a:solidFill>
              </a:defRPr>
            </a:lvl5pPr>
            <a:lvl6pPr>
              <a:defRPr sz="1875" b="1">
                <a:solidFill>
                  <a:srgbClr val="1C65AE"/>
                </a:solidFill>
              </a:defRPr>
            </a:lvl6pPr>
            <a:lvl7pPr>
              <a:defRPr sz="1875" b="1">
                <a:solidFill>
                  <a:srgbClr val="1C65AE"/>
                </a:solidFill>
              </a:defRPr>
            </a:lvl7pPr>
            <a:lvl8pPr>
              <a:defRPr sz="1875" b="1">
                <a:solidFill>
                  <a:srgbClr val="1C65AE"/>
                </a:solidFill>
              </a:defRPr>
            </a:lvl8pPr>
            <a:lvl9pPr>
              <a:defRPr sz="187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C65AE"/>
                </a:solidFill>
              </a:defRPr>
            </a:pPr>
            <a:r>
              <a:rPr sz="1875" b="1">
                <a:solidFill>
                  <a:srgbClr val="1C65AE"/>
                </a:solidFill>
              </a:rPr>
              <a:t>메뉴가 보이지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41180-40EF-4806-8990-26BB1963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33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계정 역할·권한과 담당 작업 배정을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755BD-E346-4624-AF57-551C1E06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C65AE"/>
                </a:solidFill>
              </a:defRPr>
            </a:defPPr>
            <a:lvl1pPr>
              <a:defRPr sz="1875" b="1">
                <a:solidFill>
                  <a:srgbClr val="1C65AE"/>
                </a:solidFill>
              </a:defRPr>
            </a:lvl1pPr>
            <a:lvl2pPr>
              <a:defRPr sz="1875" b="1">
                <a:solidFill>
                  <a:srgbClr val="1C65AE"/>
                </a:solidFill>
              </a:defRPr>
            </a:lvl2pPr>
            <a:lvl3pPr>
              <a:defRPr sz="1875" b="1">
                <a:solidFill>
                  <a:srgbClr val="1C65AE"/>
                </a:solidFill>
              </a:defRPr>
            </a:lvl3pPr>
            <a:lvl4pPr>
              <a:defRPr sz="1875" b="1">
                <a:solidFill>
                  <a:srgbClr val="1C65AE"/>
                </a:solidFill>
              </a:defRPr>
            </a:lvl4pPr>
            <a:lvl5pPr>
              <a:defRPr sz="1875" b="1">
                <a:solidFill>
                  <a:srgbClr val="1C65AE"/>
                </a:solidFill>
              </a:defRPr>
            </a:lvl5pPr>
            <a:lvl6pPr>
              <a:defRPr sz="1875" b="1">
                <a:solidFill>
                  <a:srgbClr val="1C65AE"/>
                </a:solidFill>
              </a:defRPr>
            </a:lvl6pPr>
            <a:lvl7pPr>
              <a:defRPr sz="1875" b="1">
                <a:solidFill>
                  <a:srgbClr val="1C65AE"/>
                </a:solidFill>
              </a:defRPr>
            </a:lvl7pPr>
            <a:lvl8pPr>
              <a:defRPr sz="1875" b="1">
                <a:solidFill>
                  <a:srgbClr val="1C65AE"/>
                </a:solidFill>
              </a:defRPr>
            </a:lvl8pPr>
            <a:lvl9pPr>
              <a:defRPr sz="1875" b="1">
                <a:solidFill>
                  <a:srgbClr val="1C65AE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C65AE"/>
                </a:solidFill>
              </a:defRPr>
            </a:pPr>
            <a:r>
              <a:rPr sz="1875" b="1">
                <a:solidFill>
                  <a:srgbClr val="1C65AE"/>
                </a:solidFill>
              </a:rPr>
              <a:t>현재 수치가 달라 보임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1BA25-FD4E-4F0E-AB17-31C113C7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010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62840"/>
                </a:solidFill>
              </a:defRPr>
            </a:defPPr>
            <a:lvl1pPr>
              <a:defRPr sz="1800" b="0">
                <a:solidFill>
                  <a:srgbClr val="162840"/>
                </a:solidFill>
              </a:defRPr>
            </a:lvl1pPr>
            <a:lvl2pPr>
              <a:defRPr sz="1800" b="0">
                <a:solidFill>
                  <a:srgbClr val="162840"/>
                </a:solidFill>
              </a:defRPr>
            </a:lvl2pPr>
            <a:lvl3pPr>
              <a:defRPr sz="1800" b="0">
                <a:solidFill>
                  <a:srgbClr val="162840"/>
                </a:solidFill>
              </a:defRPr>
            </a:lvl3pPr>
            <a:lvl4pPr>
              <a:defRPr sz="1800" b="0">
                <a:solidFill>
                  <a:srgbClr val="162840"/>
                </a:solidFill>
              </a:defRPr>
            </a:lvl4pPr>
            <a:lvl5pPr>
              <a:defRPr sz="1800" b="0">
                <a:solidFill>
                  <a:srgbClr val="162840"/>
                </a:solidFill>
              </a:defRPr>
            </a:lvl5pPr>
            <a:lvl6pPr>
              <a:defRPr sz="1800" b="0">
                <a:solidFill>
                  <a:srgbClr val="162840"/>
                </a:solidFill>
              </a:defRPr>
            </a:lvl6pPr>
            <a:lvl7pPr>
              <a:defRPr sz="1800" b="0">
                <a:solidFill>
                  <a:srgbClr val="162840"/>
                </a:solidFill>
              </a:defRPr>
            </a:lvl7pPr>
            <a:lvl8pPr>
              <a:defRPr sz="1800" b="0">
                <a:solidFill>
                  <a:srgbClr val="162840"/>
                </a:solidFill>
              </a:defRPr>
            </a:lvl8pPr>
            <a:lvl9pPr>
              <a:defRPr sz="1800" b="0">
                <a:solidFill>
                  <a:srgbClr val="162840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2840"/>
                </a:solidFill>
              </a:defRPr>
            </a:pPr>
            <a:r>
              <a:rPr sz="1800" b="0">
                <a:solidFill>
                  <a:srgbClr val="162840"/>
                </a:solidFill>
              </a:rPr>
              <a:t>화면의 기준시각과 한국 날짜, 적재 데이터 시점을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32825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2026-10-28T00:30:51.8250000Z</dcterms:created>
  <dcterms:modified xsi:type="dcterms:W3CDTF">2026-10-28T00:30:51.8250000Z</dcterms:modified>
</coreProperties>
</file>